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diagrams/drawing1.xml" ContentType="application/vnd.ms-office.drawingml.diagramDrawing+xml"/>
  <Override PartName="/ppt/diagrams/data1.xml" ContentType="application/vnd.openxmlformats-officedocument.drawingml.diagramData+xml"/>
  <Override PartName="/ppt/diagrams/colors1.xml" ContentType="application/vnd.openxmlformats-officedocument.drawingml.diagramColors+xml"/>
  <Override PartName="/ppt/diagrams/layout1.xml" ContentType="application/vnd.openxmlformats-officedocument.drawingml.diagramLayout+xml"/>
  <Override PartName="/ppt/diagrams/quickStyle1.xml" ContentType="application/vnd.openxmlformats-officedocument.drawingml.diagramStyle+xml"/>
  <Override PartName="/ppt/slides/slide45.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46.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47.xml" ContentType="application/vnd.openxmlformats-officedocument.presentationml.slide+xml"/>
  <Override PartName="/ppt/slides/slide3.xml" ContentType="application/vnd.openxmlformats-officedocument.presentationml.slide+xml"/>
  <Override PartName="/ppt/slides/slide40.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42.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43.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44.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presProps" Target="presProps.xml"/>
</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4F0C11-E9D0-40ED-A9AC-4B5A1FCBD503}" type="doc">
      <dgm:prSet loTypeId="urn:microsoft.com/office/officeart/2005/8/layout/hierarchy4" loCatId="hierarchy" qsTypeId="urn:microsoft.com/office/officeart/2005/8/quickstyle/simple2" qsCatId="simple" csTypeId="urn:microsoft.com/office/officeart/2005/8/colors/colorful4" csCatId="colorful" phldr="1"/>
      <dgm:spPr/>
      <dgm:t>
        <a:bodyPr/>
        <a:lstStyle/>
        <a:p>
          <a:endParaRPr lang="es-ES"/>
        </a:p>
      </dgm:t>
    </dgm:pt>
    <dgm:pt modelId="{0BCD86E2-CC65-4C9C-AF19-5CE64114BA61}">
      <dgm:prSet phldrT="[Texto]" custT="1"/>
      <dgm:spPr>
        <a:xfrm>
          <a:off x="3460" y="299"/>
          <a:ext cx="9366365" cy="525042"/>
        </a:xfrm>
        <a:prstGeom prst="roundRect">
          <a:avLst>
            <a:gd name="adj" fmla="val 10000"/>
          </a:avLst>
        </a:prstGeom>
        <a:solidFill>
          <a:srgbClr val="A5A5A5">
            <a:hueOff val="0"/>
            <a:satOff val="0"/>
            <a:lumOff val="0"/>
            <a:alphaOff val="0"/>
          </a:srgbClr>
        </a:solidFill>
        <a:ln w="19050" cap="flat" cmpd="sng" algn="ctr">
          <a:solidFill>
            <a:sysClr val="window" lastClr="FFFFFF">
              <a:hueOff val="0"/>
              <a:satOff val="0"/>
              <a:lumOff val="0"/>
              <a:alphaOff val="0"/>
            </a:sysClr>
          </a:solidFill>
          <a:prstDash val="solid"/>
          <a:miter lim="800000"/>
        </a:ln>
        <a:effectLst/>
      </dgm:spPr>
      <dgm:t>
        <a:bodyPr/>
        <a:lstStyle/>
        <a:p>
          <a:r>
            <a:rPr lang="es-ES" altLang="es-ES" sz="2400" dirty="0">
              <a:solidFill>
                <a:sysClr val="windowText" lastClr="000000"/>
              </a:solidFill>
              <a:latin typeface="Calibri" panose="020F0502020204030204"/>
              <a:ea typeface="+mn-ea"/>
              <a:cs typeface="+mn-cs"/>
            </a:rPr>
            <a:t>El desarrollo de las prácticas será </a:t>
          </a:r>
          <a:r>
            <a:rPr lang="es-ES" altLang="es-ES" sz="2400" b="1" dirty="0">
              <a:solidFill>
                <a:sysClr val="windowText" lastClr="000000"/>
              </a:solidFill>
              <a:latin typeface="Calibri" panose="020F0502020204030204"/>
              <a:ea typeface="+mn-ea"/>
              <a:cs typeface="+mn-cs"/>
            </a:rPr>
            <a:t>tutelado por:</a:t>
          </a:r>
          <a:endParaRPr lang="es-ES" sz="2400" dirty="0">
            <a:solidFill>
              <a:sysClr val="windowText" lastClr="000000"/>
            </a:solidFill>
            <a:latin typeface="Calibri" panose="020F0502020204030204"/>
            <a:ea typeface="+mn-ea"/>
            <a:cs typeface="+mn-cs"/>
          </a:endParaRPr>
        </a:p>
      </dgm:t>
    </dgm:pt>
    <dgm:pt modelId="{C0CC6806-4590-4519-B768-9D35AF91FC5F}" type="parTrans" cxnId="{81276606-C1DC-4328-877A-135427EF9FA5}">
      <dgm:prSet/>
      <dgm:spPr/>
      <dgm:t>
        <a:bodyPr/>
        <a:lstStyle/>
        <a:p>
          <a:endParaRPr lang="es-ES" sz="2000">
            <a:solidFill>
              <a:schemeClr val="bg1"/>
            </a:solidFill>
          </a:endParaRPr>
        </a:p>
      </dgm:t>
    </dgm:pt>
    <dgm:pt modelId="{D9ABB249-299C-4C6D-91DE-800DDAB04413}" type="sibTrans" cxnId="{81276606-C1DC-4328-877A-135427EF9FA5}">
      <dgm:prSet/>
      <dgm:spPr/>
      <dgm:t>
        <a:bodyPr/>
        <a:lstStyle/>
        <a:p>
          <a:endParaRPr lang="es-ES" sz="2000">
            <a:solidFill>
              <a:schemeClr val="bg1"/>
            </a:solidFill>
          </a:endParaRPr>
        </a:p>
      </dgm:t>
    </dgm:pt>
    <dgm:pt modelId="{D33B158A-B927-4BB4-846E-7A36E2DDED1F}">
      <dgm:prSet phldrT="[Texto]" custT="1"/>
      <dgm:spPr>
        <a:xfrm>
          <a:off x="4875408" y="742685"/>
          <a:ext cx="4494417" cy="525042"/>
        </a:xfrm>
        <a:prstGeom prst="roundRect">
          <a:avLst>
            <a:gd name="adj" fmla="val 10000"/>
          </a:avLst>
        </a:prstGeom>
        <a:solidFill>
          <a:srgbClr val="0098CD"/>
        </a:solidFill>
        <a:ln w="19050" cap="flat" cmpd="sng" algn="ctr">
          <a:solidFill>
            <a:sysClr val="window" lastClr="FFFFFF">
              <a:hueOff val="0"/>
              <a:satOff val="0"/>
              <a:lumOff val="0"/>
              <a:alphaOff val="0"/>
            </a:sysClr>
          </a:solidFill>
          <a:prstDash val="solid"/>
          <a:miter lim="800000"/>
        </a:ln>
        <a:effectLst/>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es-ES" altLang="es-ES" sz="1800" dirty="0">
              <a:solidFill>
                <a:sysClr val="windowText" lastClr="000000"/>
              </a:solidFill>
              <a:latin typeface="Calibri" panose="020F0502020204030204"/>
              <a:ea typeface="+mn-ea"/>
              <a:cs typeface="+mn-cs"/>
            </a:rPr>
            <a:t>Un/a </a:t>
          </a:r>
          <a:r>
            <a:rPr lang="es-ES" altLang="es-ES" sz="1800" b="1" dirty="0">
              <a:solidFill>
                <a:sysClr val="windowText" lastClr="000000"/>
              </a:solidFill>
              <a:effectLst>
                <a:outerShdw blurRad="38100" dist="38100" dir="2700000" algn="tl">
                  <a:srgbClr val="000000">
                    <a:alpha val="43137"/>
                  </a:srgbClr>
                </a:outerShdw>
              </a:effectLst>
              <a:latin typeface="Calibri" panose="020F0502020204030204"/>
              <a:ea typeface="+mn-ea"/>
              <a:cs typeface="+mn-cs"/>
            </a:rPr>
            <a:t>profesor/a</a:t>
          </a:r>
          <a:r>
            <a:rPr lang="es-ES" altLang="es-ES" sz="1800" dirty="0">
              <a:solidFill>
                <a:sysClr val="windowText" lastClr="000000"/>
              </a:solidFill>
              <a:latin typeface="Calibri" panose="020F0502020204030204"/>
              <a:ea typeface="+mn-ea"/>
              <a:cs typeface="+mn-cs"/>
            </a:rPr>
            <a:t> de UNIR</a:t>
          </a:r>
          <a:endParaRPr lang="es-ES" sz="1800" dirty="0">
            <a:solidFill>
              <a:sysClr val="windowText" lastClr="000000"/>
            </a:solidFill>
            <a:latin typeface="Calibri" panose="020F0502020204030204"/>
            <a:ea typeface="+mn-ea"/>
            <a:cs typeface="+mn-cs"/>
          </a:endParaRPr>
        </a:p>
      </dgm:t>
    </dgm:pt>
    <dgm:pt modelId="{923F143E-9D11-4D16-B254-1CA64159E2A0}" type="parTrans" cxnId="{3700C0B0-7DA3-4327-84E3-A795EB7FE0A8}">
      <dgm:prSet/>
      <dgm:spPr/>
      <dgm:t>
        <a:bodyPr/>
        <a:lstStyle/>
        <a:p>
          <a:endParaRPr lang="es-ES" sz="2000">
            <a:solidFill>
              <a:schemeClr val="bg1"/>
            </a:solidFill>
          </a:endParaRPr>
        </a:p>
      </dgm:t>
    </dgm:pt>
    <dgm:pt modelId="{6022BDED-3BD0-4E02-A4A1-4268655D8807}" type="sibTrans" cxnId="{3700C0B0-7DA3-4327-84E3-A795EB7FE0A8}">
      <dgm:prSet/>
      <dgm:spPr/>
      <dgm:t>
        <a:bodyPr/>
        <a:lstStyle/>
        <a:p>
          <a:endParaRPr lang="es-ES" sz="2000">
            <a:solidFill>
              <a:schemeClr val="bg1"/>
            </a:solidFill>
          </a:endParaRPr>
        </a:p>
      </dgm:t>
    </dgm:pt>
    <dgm:pt modelId="{D61F4B83-38C6-4256-9D7F-9CA22E9FCA6A}">
      <dgm:prSet phldrT="[Texto]" custT="1"/>
      <dgm:spPr>
        <a:xfrm>
          <a:off x="4875408" y="742685"/>
          <a:ext cx="4494417" cy="525042"/>
        </a:xfrm>
        <a:solidFill>
          <a:srgbClr val="0098CD"/>
        </a:solidFill>
        <a:ln w="19050" cap="flat" cmpd="sng" algn="ctr">
          <a:solidFill>
            <a:sysClr val="window" lastClr="FFFFFF">
              <a:hueOff val="0"/>
              <a:satOff val="0"/>
              <a:lumOff val="0"/>
              <a:alphaOff val="0"/>
            </a:sysClr>
          </a:solidFill>
          <a:prstDash val="solid"/>
          <a:miter lim="800000"/>
        </a:ln>
        <a:effectLst/>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es-ES" sz="1800" dirty="0">
              <a:solidFill>
                <a:sysClr val="windowText" lastClr="000000"/>
              </a:solidFill>
              <a:latin typeface="Calibri" panose="020F0502020204030204"/>
              <a:ea typeface="+mn-ea"/>
              <a:cs typeface="+mn-cs"/>
            </a:rPr>
            <a:t>Un/a </a:t>
          </a:r>
          <a:r>
            <a:rPr lang="es-ES" sz="1800" b="1" dirty="0">
              <a:solidFill>
                <a:sysClr val="windowText" lastClr="000000"/>
              </a:solidFill>
              <a:latin typeface="Calibri" panose="020F0502020204030204"/>
              <a:ea typeface="+mn-ea"/>
              <a:cs typeface="+mn-cs"/>
            </a:rPr>
            <a:t>mentor/a</a:t>
          </a:r>
          <a:r>
            <a:rPr lang="es-ES" sz="1800" dirty="0">
              <a:solidFill>
                <a:sysClr val="windowText" lastClr="000000"/>
              </a:solidFill>
              <a:latin typeface="Calibri" panose="020F0502020204030204"/>
              <a:ea typeface="+mn-ea"/>
              <a:cs typeface="+mn-cs"/>
            </a:rPr>
            <a:t> de UNIR</a:t>
          </a:r>
        </a:p>
      </dgm:t>
    </dgm:pt>
    <dgm:pt modelId="{6D52A8D7-A3DF-4C03-85DC-9F90A1DA3CBD}" type="parTrans" cxnId="{8AEDD5C9-7891-4393-A475-9720CF92A9B0}">
      <dgm:prSet/>
      <dgm:spPr/>
      <dgm:t>
        <a:bodyPr/>
        <a:lstStyle/>
        <a:p>
          <a:endParaRPr lang="es-ES"/>
        </a:p>
      </dgm:t>
    </dgm:pt>
    <dgm:pt modelId="{9395EA6C-F568-4C21-8159-D139638CC51E}" type="sibTrans" cxnId="{8AEDD5C9-7891-4393-A475-9720CF92A9B0}">
      <dgm:prSet/>
      <dgm:spPr/>
      <dgm:t>
        <a:bodyPr/>
        <a:lstStyle/>
        <a:p>
          <a:endParaRPr lang="es-ES"/>
        </a:p>
      </dgm:t>
    </dgm:pt>
    <dgm:pt modelId="{224C61C3-7B2A-4500-AEAE-CCD816D75805}">
      <dgm:prSet phldrT="[Texto]" custT="1"/>
      <dgm:spPr>
        <a:xfrm>
          <a:off x="0" y="742984"/>
          <a:ext cx="4494417" cy="525042"/>
        </a:xfrm>
        <a:solidFill>
          <a:srgbClr val="0098CD"/>
        </a:solidFill>
        <a:ln w="19050" cap="flat" cmpd="sng" algn="ctr">
          <a:solidFill>
            <a:sysClr val="window" lastClr="FFFFFF">
              <a:hueOff val="0"/>
              <a:satOff val="0"/>
              <a:lumOff val="0"/>
              <a:alphaOff val="0"/>
            </a:sysClr>
          </a:solidFill>
          <a:prstDash val="solid"/>
          <a:miter lim="800000"/>
        </a:ln>
        <a:effectLst/>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es-ES" altLang="es-ES" sz="1800" dirty="0">
              <a:solidFill>
                <a:sysClr val="windowText" lastClr="000000"/>
              </a:solidFill>
              <a:latin typeface="Calibri" panose="020F0502020204030204"/>
              <a:ea typeface="+mn-ea"/>
              <a:cs typeface="+mn-cs"/>
            </a:rPr>
            <a:t>Un/a </a:t>
          </a:r>
          <a:r>
            <a:rPr lang="es-ES" altLang="es-ES" sz="1800" b="1" dirty="0">
              <a:solidFill>
                <a:sysClr val="windowText" lastClr="000000"/>
              </a:solidFill>
              <a:effectLst>
                <a:outerShdw blurRad="38100" dist="38100" dir="2700000" algn="tl">
                  <a:srgbClr val="000000">
                    <a:alpha val="43137"/>
                  </a:srgbClr>
                </a:outerShdw>
              </a:effectLst>
              <a:latin typeface="Calibri" panose="020F0502020204030204"/>
              <a:ea typeface="+mn-ea"/>
              <a:cs typeface="+mn-cs"/>
            </a:rPr>
            <a:t>tutor/a </a:t>
          </a:r>
          <a:r>
            <a:rPr lang="es-ES" altLang="es-ES" sz="1800" dirty="0">
              <a:solidFill>
                <a:sysClr val="windowText" lastClr="000000"/>
              </a:solidFill>
              <a:latin typeface="Calibri" panose="020F0502020204030204"/>
              <a:ea typeface="+mn-ea"/>
              <a:cs typeface="+mn-cs"/>
            </a:rPr>
            <a:t>en el centro de prácticas</a:t>
          </a:r>
          <a:endParaRPr lang="es-ES" sz="1800" dirty="0">
            <a:solidFill>
              <a:sysClr val="windowText" lastClr="000000"/>
            </a:solidFill>
            <a:latin typeface="Calibri" panose="020F0502020204030204"/>
            <a:ea typeface="+mn-ea"/>
            <a:cs typeface="+mn-cs"/>
          </a:endParaRPr>
        </a:p>
      </dgm:t>
    </dgm:pt>
    <dgm:pt modelId="{4FF2EFEE-6F39-457A-8A0F-D9AFA481B8C1}" type="parTrans" cxnId="{332AF4CC-ABFE-48AB-9290-6EEDA56C4D18}">
      <dgm:prSet/>
      <dgm:spPr/>
      <dgm:t>
        <a:bodyPr/>
        <a:lstStyle/>
        <a:p>
          <a:endParaRPr lang="es-ES"/>
        </a:p>
      </dgm:t>
    </dgm:pt>
    <dgm:pt modelId="{52AF1E09-9AAD-4D5A-A96E-A22D86C4CE4E}" type="sibTrans" cxnId="{332AF4CC-ABFE-48AB-9290-6EEDA56C4D18}">
      <dgm:prSet/>
      <dgm:spPr/>
      <dgm:t>
        <a:bodyPr/>
        <a:lstStyle/>
        <a:p>
          <a:endParaRPr lang="es-ES"/>
        </a:p>
      </dgm:t>
    </dgm:pt>
    <dgm:pt modelId="{94BA85DB-6CD1-4E3F-BBA8-6A98F5D7EB9B}" type="pres">
      <dgm:prSet presAssocID="{314F0C11-E9D0-40ED-A9AC-4B5A1FCBD503}" presName="Name0" presStyleCnt="0">
        <dgm:presLayoutVars>
          <dgm:chPref val="1"/>
          <dgm:dir/>
          <dgm:animOne val="branch"/>
          <dgm:animLvl val="lvl"/>
          <dgm:resizeHandles/>
        </dgm:presLayoutVars>
      </dgm:prSet>
      <dgm:spPr/>
    </dgm:pt>
    <dgm:pt modelId="{3DA63BA5-C0FE-48E8-A699-5AF51220E652}" type="pres">
      <dgm:prSet presAssocID="{0BCD86E2-CC65-4C9C-AF19-5CE64114BA61}" presName="vertOne" presStyleCnt="0"/>
      <dgm:spPr/>
    </dgm:pt>
    <dgm:pt modelId="{C47B3CDC-47FF-4642-8715-8FFF666FB563}" type="pres">
      <dgm:prSet presAssocID="{0BCD86E2-CC65-4C9C-AF19-5CE64114BA61}" presName="txOne" presStyleLbl="node0" presStyleIdx="0" presStyleCnt="1">
        <dgm:presLayoutVars>
          <dgm:chPref val="3"/>
        </dgm:presLayoutVars>
      </dgm:prSet>
      <dgm:spPr/>
    </dgm:pt>
    <dgm:pt modelId="{EE2E05A4-10E3-41ED-964D-4FB25B60677B}" type="pres">
      <dgm:prSet presAssocID="{0BCD86E2-CC65-4C9C-AF19-5CE64114BA61}" presName="parTransOne" presStyleCnt="0"/>
      <dgm:spPr/>
    </dgm:pt>
    <dgm:pt modelId="{AEA754D8-3960-41B2-B26C-50AB8244220C}" type="pres">
      <dgm:prSet presAssocID="{0BCD86E2-CC65-4C9C-AF19-5CE64114BA61}" presName="horzOne" presStyleCnt="0"/>
      <dgm:spPr/>
    </dgm:pt>
    <dgm:pt modelId="{3EE6FE75-972E-4DAB-BFAE-893921136E00}" type="pres">
      <dgm:prSet presAssocID="{D61F4B83-38C6-4256-9D7F-9CA22E9FCA6A}" presName="vertTwo" presStyleCnt="0"/>
      <dgm:spPr/>
    </dgm:pt>
    <dgm:pt modelId="{7F91440B-C51D-4E98-9B06-B22FBC984F8B}" type="pres">
      <dgm:prSet presAssocID="{D61F4B83-38C6-4256-9D7F-9CA22E9FCA6A}" presName="txTwo" presStyleLbl="node2" presStyleIdx="0" presStyleCnt="3">
        <dgm:presLayoutVars>
          <dgm:chPref val="3"/>
        </dgm:presLayoutVars>
      </dgm:prSet>
      <dgm:spPr>
        <a:prstGeom prst="roundRect">
          <a:avLst>
            <a:gd name="adj" fmla="val 10000"/>
          </a:avLst>
        </a:prstGeom>
      </dgm:spPr>
    </dgm:pt>
    <dgm:pt modelId="{591E8AAF-F173-458A-ADF8-E1F7D798B033}" type="pres">
      <dgm:prSet presAssocID="{D61F4B83-38C6-4256-9D7F-9CA22E9FCA6A}" presName="horzTwo" presStyleCnt="0"/>
      <dgm:spPr/>
    </dgm:pt>
    <dgm:pt modelId="{E22F45D5-B0CE-45E6-81B6-89AD4EEAA0B1}" type="pres">
      <dgm:prSet presAssocID="{9395EA6C-F568-4C21-8159-D139638CC51E}" presName="sibSpaceTwo" presStyleCnt="0"/>
      <dgm:spPr/>
    </dgm:pt>
    <dgm:pt modelId="{17FA5F0B-62B1-45E9-B204-43B3B5EFF721}" type="pres">
      <dgm:prSet presAssocID="{D33B158A-B927-4BB4-846E-7A36E2DDED1F}" presName="vertTwo" presStyleCnt="0"/>
      <dgm:spPr/>
    </dgm:pt>
    <dgm:pt modelId="{9AE58CB8-6509-4A2B-BE26-D474681E5984}" type="pres">
      <dgm:prSet presAssocID="{D33B158A-B927-4BB4-846E-7A36E2DDED1F}" presName="txTwo" presStyleLbl="node2" presStyleIdx="1" presStyleCnt="3">
        <dgm:presLayoutVars>
          <dgm:chPref val="3"/>
        </dgm:presLayoutVars>
      </dgm:prSet>
      <dgm:spPr/>
    </dgm:pt>
    <dgm:pt modelId="{7474474F-B15B-479A-B698-F0278ECC4ABE}" type="pres">
      <dgm:prSet presAssocID="{D33B158A-B927-4BB4-846E-7A36E2DDED1F}" presName="horzTwo" presStyleCnt="0"/>
      <dgm:spPr/>
    </dgm:pt>
    <dgm:pt modelId="{A7AEE9CB-B62F-47D0-9AA4-DC634FD2B303}" type="pres">
      <dgm:prSet presAssocID="{6022BDED-3BD0-4E02-A4A1-4268655D8807}" presName="sibSpaceTwo" presStyleCnt="0"/>
      <dgm:spPr/>
    </dgm:pt>
    <dgm:pt modelId="{1897AED9-904B-4CE0-AC99-F54EE3946762}" type="pres">
      <dgm:prSet presAssocID="{224C61C3-7B2A-4500-AEAE-CCD816D75805}" presName="vertTwo" presStyleCnt="0"/>
      <dgm:spPr/>
    </dgm:pt>
    <dgm:pt modelId="{CB312AC1-4B4C-4DCB-95FD-463B24E15641}" type="pres">
      <dgm:prSet presAssocID="{224C61C3-7B2A-4500-AEAE-CCD816D75805}" presName="txTwo" presStyleLbl="node2" presStyleIdx="2" presStyleCnt="3" custLinFactNeighborX="1267" custLinFactNeighborY="7008">
        <dgm:presLayoutVars>
          <dgm:chPref val="3"/>
        </dgm:presLayoutVars>
      </dgm:prSet>
      <dgm:spPr>
        <a:prstGeom prst="roundRect">
          <a:avLst>
            <a:gd name="adj" fmla="val 10000"/>
          </a:avLst>
        </a:prstGeom>
      </dgm:spPr>
    </dgm:pt>
    <dgm:pt modelId="{32CC0CB6-762F-401D-8AC3-6623BE805588}" type="pres">
      <dgm:prSet presAssocID="{224C61C3-7B2A-4500-AEAE-CCD816D75805}" presName="horzTwo" presStyleCnt="0"/>
      <dgm:spPr/>
    </dgm:pt>
  </dgm:ptLst>
  <dgm:cxnLst>
    <dgm:cxn modelId="{81276606-C1DC-4328-877A-135427EF9FA5}" srcId="{314F0C11-E9D0-40ED-A9AC-4B5A1FCBD503}" destId="{0BCD86E2-CC65-4C9C-AF19-5CE64114BA61}" srcOrd="0" destOrd="0" parTransId="{C0CC6806-4590-4519-B768-9D35AF91FC5F}" sibTransId="{D9ABB249-299C-4C6D-91DE-800DDAB04413}"/>
    <dgm:cxn modelId="{6CB98265-C0DD-4BFC-B987-56EE8061C4F9}" type="presOf" srcId="{D33B158A-B927-4BB4-846E-7A36E2DDED1F}" destId="{9AE58CB8-6509-4A2B-BE26-D474681E5984}" srcOrd="0" destOrd="0" presId="urn:microsoft.com/office/officeart/2005/8/layout/hierarchy4"/>
    <dgm:cxn modelId="{73CC6A59-626D-43F7-B3A2-69F14651C566}" type="presOf" srcId="{0BCD86E2-CC65-4C9C-AF19-5CE64114BA61}" destId="{C47B3CDC-47FF-4642-8715-8FFF666FB563}" srcOrd="0" destOrd="0" presId="urn:microsoft.com/office/officeart/2005/8/layout/hierarchy4"/>
    <dgm:cxn modelId="{A2C607A8-F5CF-4652-9BA3-395F04934B87}" type="presOf" srcId="{D61F4B83-38C6-4256-9D7F-9CA22E9FCA6A}" destId="{7F91440B-C51D-4E98-9B06-B22FBC984F8B}" srcOrd="0" destOrd="0" presId="urn:microsoft.com/office/officeart/2005/8/layout/hierarchy4"/>
    <dgm:cxn modelId="{B1D504AD-BD40-4D34-8A07-5E22C4CDCC97}" type="presOf" srcId="{314F0C11-E9D0-40ED-A9AC-4B5A1FCBD503}" destId="{94BA85DB-6CD1-4E3F-BBA8-6A98F5D7EB9B}" srcOrd="0" destOrd="0" presId="urn:microsoft.com/office/officeart/2005/8/layout/hierarchy4"/>
    <dgm:cxn modelId="{3700C0B0-7DA3-4327-84E3-A795EB7FE0A8}" srcId="{0BCD86E2-CC65-4C9C-AF19-5CE64114BA61}" destId="{D33B158A-B927-4BB4-846E-7A36E2DDED1F}" srcOrd="1" destOrd="0" parTransId="{923F143E-9D11-4D16-B254-1CA64159E2A0}" sibTransId="{6022BDED-3BD0-4E02-A4A1-4268655D8807}"/>
    <dgm:cxn modelId="{8AEDD5C9-7891-4393-A475-9720CF92A9B0}" srcId="{0BCD86E2-CC65-4C9C-AF19-5CE64114BA61}" destId="{D61F4B83-38C6-4256-9D7F-9CA22E9FCA6A}" srcOrd="0" destOrd="0" parTransId="{6D52A8D7-A3DF-4C03-85DC-9F90A1DA3CBD}" sibTransId="{9395EA6C-F568-4C21-8159-D139638CC51E}"/>
    <dgm:cxn modelId="{332AF4CC-ABFE-48AB-9290-6EEDA56C4D18}" srcId="{0BCD86E2-CC65-4C9C-AF19-5CE64114BA61}" destId="{224C61C3-7B2A-4500-AEAE-CCD816D75805}" srcOrd="2" destOrd="0" parTransId="{4FF2EFEE-6F39-457A-8A0F-D9AFA481B8C1}" sibTransId="{52AF1E09-9AAD-4D5A-A96E-A22D86C4CE4E}"/>
    <dgm:cxn modelId="{8F8995CE-7A99-465E-9486-65CC6CAF5CD4}" type="presOf" srcId="{224C61C3-7B2A-4500-AEAE-CCD816D75805}" destId="{CB312AC1-4B4C-4DCB-95FD-463B24E15641}" srcOrd="0" destOrd="0" presId="urn:microsoft.com/office/officeart/2005/8/layout/hierarchy4"/>
    <dgm:cxn modelId="{40B11F3E-AB55-4242-8FB3-B62087B11AD8}" type="presParOf" srcId="{94BA85DB-6CD1-4E3F-BBA8-6A98F5D7EB9B}" destId="{3DA63BA5-C0FE-48E8-A699-5AF51220E652}" srcOrd="0" destOrd="0" presId="urn:microsoft.com/office/officeart/2005/8/layout/hierarchy4"/>
    <dgm:cxn modelId="{4D92D4C6-3762-4BC6-82E9-E600542E6129}" type="presParOf" srcId="{3DA63BA5-C0FE-48E8-A699-5AF51220E652}" destId="{C47B3CDC-47FF-4642-8715-8FFF666FB563}" srcOrd="0" destOrd="0" presId="urn:microsoft.com/office/officeart/2005/8/layout/hierarchy4"/>
    <dgm:cxn modelId="{A88BEC2D-A91C-4AE1-A791-48BE35BEE4CA}" type="presParOf" srcId="{3DA63BA5-C0FE-48E8-A699-5AF51220E652}" destId="{EE2E05A4-10E3-41ED-964D-4FB25B60677B}" srcOrd="1" destOrd="0" presId="urn:microsoft.com/office/officeart/2005/8/layout/hierarchy4"/>
    <dgm:cxn modelId="{1536A05F-DC01-4BF7-96AA-29C3C7A8C3D1}" type="presParOf" srcId="{3DA63BA5-C0FE-48E8-A699-5AF51220E652}" destId="{AEA754D8-3960-41B2-B26C-50AB8244220C}" srcOrd="2" destOrd="0" presId="urn:microsoft.com/office/officeart/2005/8/layout/hierarchy4"/>
    <dgm:cxn modelId="{DE75C1F0-DA42-4737-B4C2-4BFF06DF2559}" type="presParOf" srcId="{AEA754D8-3960-41B2-B26C-50AB8244220C}" destId="{3EE6FE75-972E-4DAB-BFAE-893921136E00}" srcOrd="0" destOrd="0" presId="urn:microsoft.com/office/officeart/2005/8/layout/hierarchy4"/>
    <dgm:cxn modelId="{364A727E-AA2F-408A-B3FE-701260922E45}" type="presParOf" srcId="{3EE6FE75-972E-4DAB-BFAE-893921136E00}" destId="{7F91440B-C51D-4E98-9B06-B22FBC984F8B}" srcOrd="0" destOrd="0" presId="urn:microsoft.com/office/officeart/2005/8/layout/hierarchy4"/>
    <dgm:cxn modelId="{21148647-657E-4482-A4B3-6FABD0EA868D}" type="presParOf" srcId="{3EE6FE75-972E-4DAB-BFAE-893921136E00}" destId="{591E8AAF-F173-458A-ADF8-E1F7D798B033}" srcOrd="1" destOrd="0" presId="urn:microsoft.com/office/officeart/2005/8/layout/hierarchy4"/>
    <dgm:cxn modelId="{6708E0D6-7348-4B8D-9F56-A81C8FC553FC}" type="presParOf" srcId="{AEA754D8-3960-41B2-B26C-50AB8244220C}" destId="{E22F45D5-B0CE-45E6-81B6-89AD4EEAA0B1}" srcOrd="1" destOrd="0" presId="urn:microsoft.com/office/officeart/2005/8/layout/hierarchy4"/>
    <dgm:cxn modelId="{14840966-FC5F-45FA-A160-49E96958621E}" type="presParOf" srcId="{AEA754D8-3960-41B2-B26C-50AB8244220C}" destId="{17FA5F0B-62B1-45E9-B204-43B3B5EFF721}" srcOrd="2" destOrd="0" presId="urn:microsoft.com/office/officeart/2005/8/layout/hierarchy4"/>
    <dgm:cxn modelId="{294E67E7-9AED-46C7-A5C6-30E616A1436A}" type="presParOf" srcId="{17FA5F0B-62B1-45E9-B204-43B3B5EFF721}" destId="{9AE58CB8-6509-4A2B-BE26-D474681E5984}" srcOrd="0" destOrd="0" presId="urn:microsoft.com/office/officeart/2005/8/layout/hierarchy4"/>
    <dgm:cxn modelId="{32FE3339-BBD5-4A2E-B711-F2919A9C4825}" type="presParOf" srcId="{17FA5F0B-62B1-45E9-B204-43B3B5EFF721}" destId="{7474474F-B15B-479A-B698-F0278ECC4ABE}" srcOrd="1" destOrd="0" presId="urn:microsoft.com/office/officeart/2005/8/layout/hierarchy4"/>
    <dgm:cxn modelId="{A8EC1D16-1AF9-4A78-8018-95AA7A3FE9FE}" type="presParOf" srcId="{AEA754D8-3960-41B2-B26C-50AB8244220C}" destId="{A7AEE9CB-B62F-47D0-9AA4-DC634FD2B303}" srcOrd="3" destOrd="0" presId="urn:microsoft.com/office/officeart/2005/8/layout/hierarchy4"/>
    <dgm:cxn modelId="{E5F9CBAD-D32D-4E65-8571-2EFD222E69B8}" type="presParOf" srcId="{AEA754D8-3960-41B2-B26C-50AB8244220C}" destId="{1897AED9-904B-4CE0-AC99-F54EE3946762}" srcOrd="4" destOrd="0" presId="urn:microsoft.com/office/officeart/2005/8/layout/hierarchy4"/>
    <dgm:cxn modelId="{27561247-E19E-4CB2-B851-425CBCCE6FF2}" type="presParOf" srcId="{1897AED9-904B-4CE0-AC99-F54EE3946762}" destId="{CB312AC1-4B4C-4DCB-95FD-463B24E15641}" srcOrd="0" destOrd="0" presId="urn:microsoft.com/office/officeart/2005/8/layout/hierarchy4"/>
    <dgm:cxn modelId="{76ECE48D-7C50-4EE3-B5E6-47E39953BC98}" type="presParOf" srcId="{1897AED9-904B-4CE0-AC99-F54EE3946762}" destId="{32CC0CB6-762F-401D-8AC3-6623BE805588}" srcOrd="1" destOrd="0" presId="urn:microsoft.com/office/officeart/2005/8/layout/hierarchy4"/>
  </dgm:cxnLst>
  <dgm:bg/>
  <dgm:whole/>
  <dgm:extLst>
    <a:ext uri="http://schemas.microsoft.com/office/drawing/2008/diagram">
      <dsp:dataModelExt xmlns:dsp="http://schemas.microsoft.com/office/drawing/2008/diagram" relId="rId5"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7B3CDC-47FF-4642-8715-8FFF666FB563}">
      <dsp:nvSpPr>
        <dsp:cNvPr id="0" name=""/>
        <dsp:cNvSpPr/>
      </dsp:nvSpPr>
      <dsp:spPr>
        <a:xfrm>
          <a:off x="4286" y="676"/>
          <a:ext cx="11919393" cy="618748"/>
        </a:xfrm>
        <a:prstGeom prst="roundRect">
          <a:avLst>
            <a:gd name="adj" fmla="val 10000"/>
          </a:avLst>
        </a:prstGeom>
        <a:solidFill>
          <a:srgbClr val="A5A5A5">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ES" altLang="es-ES" sz="2400" kern="1200" dirty="0">
              <a:solidFill>
                <a:sysClr val="windowText" lastClr="000000"/>
              </a:solidFill>
              <a:latin typeface="Calibri" panose="020F0502020204030204"/>
              <a:ea typeface="+mn-ea"/>
              <a:cs typeface="+mn-cs"/>
            </a:rPr>
            <a:t>El desarrollo de las prácticas será </a:t>
          </a:r>
          <a:r>
            <a:rPr lang="es-ES" altLang="es-ES" sz="2400" b="1" kern="1200" dirty="0">
              <a:solidFill>
                <a:sysClr val="windowText" lastClr="000000"/>
              </a:solidFill>
              <a:latin typeface="Calibri" panose="020F0502020204030204"/>
              <a:ea typeface="+mn-ea"/>
              <a:cs typeface="+mn-cs"/>
            </a:rPr>
            <a:t>tutelado por:</a:t>
          </a:r>
          <a:endParaRPr lang="es-ES" sz="2400" kern="1200" dirty="0">
            <a:solidFill>
              <a:sysClr val="windowText" lastClr="000000"/>
            </a:solidFill>
            <a:latin typeface="Calibri" panose="020F0502020204030204"/>
            <a:ea typeface="+mn-ea"/>
            <a:cs typeface="+mn-cs"/>
          </a:endParaRPr>
        </a:p>
      </dsp:txBody>
      <dsp:txXfrm>
        <a:off x="22409" y="18799"/>
        <a:ext cx="11883147" cy="582502"/>
      </dsp:txXfrm>
    </dsp:sp>
    <dsp:sp modelId="{7F91440B-C51D-4E98-9B06-B22FBC984F8B}">
      <dsp:nvSpPr>
        <dsp:cNvPr id="0" name=""/>
        <dsp:cNvSpPr/>
      </dsp:nvSpPr>
      <dsp:spPr>
        <a:xfrm>
          <a:off x="4286" y="892743"/>
          <a:ext cx="3762434" cy="618748"/>
        </a:xfrm>
        <a:prstGeom prst="roundRect">
          <a:avLst>
            <a:gd name="adj" fmla="val 10000"/>
          </a:avLst>
        </a:prstGeom>
        <a:solidFill>
          <a:srgbClr val="0098CD"/>
        </a:solidFill>
        <a:ln w="19050" cap="flat" cmpd="sng" algn="ctr">
          <a:solidFill>
            <a:sysClr val="window" lastClr="FFFFFF">
              <a:hueOff val="0"/>
              <a:satOff val="0"/>
              <a:lumOff val="0"/>
              <a:alphaOff val="0"/>
            </a:sys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s-ES" sz="1800" kern="1200" dirty="0">
              <a:solidFill>
                <a:sysClr val="windowText" lastClr="000000"/>
              </a:solidFill>
              <a:latin typeface="Calibri" panose="020F0502020204030204"/>
              <a:ea typeface="+mn-ea"/>
              <a:cs typeface="+mn-cs"/>
            </a:rPr>
            <a:t>Un/a </a:t>
          </a:r>
          <a:r>
            <a:rPr lang="es-ES" sz="1800" b="1" kern="1200" dirty="0">
              <a:solidFill>
                <a:sysClr val="windowText" lastClr="000000"/>
              </a:solidFill>
              <a:latin typeface="Calibri" panose="020F0502020204030204"/>
              <a:ea typeface="+mn-ea"/>
              <a:cs typeface="+mn-cs"/>
            </a:rPr>
            <a:t>mentor/a</a:t>
          </a:r>
          <a:r>
            <a:rPr lang="es-ES" sz="1800" kern="1200" dirty="0">
              <a:solidFill>
                <a:sysClr val="windowText" lastClr="000000"/>
              </a:solidFill>
              <a:latin typeface="Calibri" panose="020F0502020204030204"/>
              <a:ea typeface="+mn-ea"/>
              <a:cs typeface="+mn-cs"/>
            </a:rPr>
            <a:t> de UNIR</a:t>
          </a:r>
        </a:p>
      </dsp:txBody>
      <dsp:txXfrm>
        <a:off x="22409" y="910866"/>
        <a:ext cx="3726188" cy="582502"/>
      </dsp:txXfrm>
    </dsp:sp>
    <dsp:sp modelId="{9AE58CB8-6509-4A2B-BE26-D474681E5984}">
      <dsp:nvSpPr>
        <dsp:cNvPr id="0" name=""/>
        <dsp:cNvSpPr/>
      </dsp:nvSpPr>
      <dsp:spPr>
        <a:xfrm>
          <a:off x="4082766" y="892743"/>
          <a:ext cx="3762434" cy="618748"/>
        </a:xfrm>
        <a:prstGeom prst="roundRect">
          <a:avLst>
            <a:gd name="adj" fmla="val 10000"/>
          </a:avLst>
        </a:prstGeom>
        <a:solidFill>
          <a:srgbClr val="0098CD"/>
        </a:solidFill>
        <a:ln w="19050" cap="flat" cmpd="sng" algn="ctr">
          <a:solidFill>
            <a:sysClr val="window" lastClr="FFFFFF">
              <a:hueOff val="0"/>
              <a:satOff val="0"/>
              <a:lumOff val="0"/>
              <a:alphaOff val="0"/>
            </a:sys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s-ES" altLang="es-ES" sz="1800" kern="1200" dirty="0">
              <a:solidFill>
                <a:sysClr val="windowText" lastClr="000000"/>
              </a:solidFill>
              <a:latin typeface="Calibri" panose="020F0502020204030204"/>
              <a:ea typeface="+mn-ea"/>
              <a:cs typeface="+mn-cs"/>
            </a:rPr>
            <a:t>Un/a </a:t>
          </a:r>
          <a:r>
            <a:rPr lang="es-ES" altLang="es-ES" sz="1800" b="1" kern="1200" dirty="0">
              <a:solidFill>
                <a:sysClr val="windowText" lastClr="000000"/>
              </a:solidFill>
              <a:effectLst>
                <a:outerShdw blurRad="38100" dist="38100" dir="2700000" algn="tl">
                  <a:srgbClr val="000000">
                    <a:alpha val="43137"/>
                  </a:srgbClr>
                </a:outerShdw>
              </a:effectLst>
              <a:latin typeface="Calibri" panose="020F0502020204030204"/>
              <a:ea typeface="+mn-ea"/>
              <a:cs typeface="+mn-cs"/>
            </a:rPr>
            <a:t>profesor/a</a:t>
          </a:r>
          <a:r>
            <a:rPr lang="es-ES" altLang="es-ES" sz="1800" kern="1200" dirty="0">
              <a:solidFill>
                <a:sysClr val="windowText" lastClr="000000"/>
              </a:solidFill>
              <a:latin typeface="Calibri" panose="020F0502020204030204"/>
              <a:ea typeface="+mn-ea"/>
              <a:cs typeface="+mn-cs"/>
            </a:rPr>
            <a:t> de UNIR</a:t>
          </a:r>
          <a:endParaRPr lang="es-ES" sz="1800" kern="1200" dirty="0">
            <a:solidFill>
              <a:sysClr val="windowText" lastClr="000000"/>
            </a:solidFill>
            <a:latin typeface="Calibri" panose="020F0502020204030204"/>
            <a:ea typeface="+mn-ea"/>
            <a:cs typeface="+mn-cs"/>
          </a:endParaRPr>
        </a:p>
      </dsp:txBody>
      <dsp:txXfrm>
        <a:off x="4100889" y="910866"/>
        <a:ext cx="3726188" cy="582502"/>
      </dsp:txXfrm>
    </dsp:sp>
    <dsp:sp modelId="{CB312AC1-4B4C-4DCB-95FD-463B24E15641}">
      <dsp:nvSpPr>
        <dsp:cNvPr id="0" name=""/>
        <dsp:cNvSpPr/>
      </dsp:nvSpPr>
      <dsp:spPr>
        <a:xfrm>
          <a:off x="8165532" y="893419"/>
          <a:ext cx="3762434" cy="618748"/>
        </a:xfrm>
        <a:prstGeom prst="roundRect">
          <a:avLst>
            <a:gd name="adj" fmla="val 10000"/>
          </a:avLst>
        </a:prstGeom>
        <a:solidFill>
          <a:srgbClr val="0098CD"/>
        </a:solidFill>
        <a:ln w="19050" cap="flat" cmpd="sng" algn="ctr">
          <a:solidFill>
            <a:sysClr val="window" lastClr="FFFFFF">
              <a:hueOff val="0"/>
              <a:satOff val="0"/>
              <a:lumOff val="0"/>
              <a:alphaOff val="0"/>
            </a:sys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s-ES" altLang="es-ES" sz="1800" kern="1200" dirty="0">
              <a:solidFill>
                <a:sysClr val="windowText" lastClr="000000"/>
              </a:solidFill>
              <a:latin typeface="Calibri" panose="020F0502020204030204"/>
              <a:ea typeface="+mn-ea"/>
              <a:cs typeface="+mn-cs"/>
            </a:rPr>
            <a:t>Un/a </a:t>
          </a:r>
          <a:r>
            <a:rPr lang="es-ES" altLang="es-ES" sz="1800" b="1" kern="1200" dirty="0">
              <a:solidFill>
                <a:sysClr val="windowText" lastClr="000000"/>
              </a:solidFill>
              <a:effectLst>
                <a:outerShdw blurRad="38100" dist="38100" dir="2700000" algn="tl">
                  <a:srgbClr val="000000">
                    <a:alpha val="43137"/>
                  </a:srgbClr>
                </a:outerShdw>
              </a:effectLst>
              <a:latin typeface="Calibri" panose="020F0502020204030204"/>
              <a:ea typeface="+mn-ea"/>
              <a:cs typeface="+mn-cs"/>
            </a:rPr>
            <a:t>tutor/a </a:t>
          </a:r>
          <a:r>
            <a:rPr lang="es-ES" altLang="es-ES" sz="1800" kern="1200" dirty="0">
              <a:solidFill>
                <a:sysClr val="windowText" lastClr="000000"/>
              </a:solidFill>
              <a:latin typeface="Calibri" panose="020F0502020204030204"/>
              <a:ea typeface="+mn-ea"/>
              <a:cs typeface="+mn-cs"/>
            </a:rPr>
            <a:t>en el centro de prácticas</a:t>
          </a:r>
          <a:endParaRPr lang="es-ES" sz="1800" kern="1200" dirty="0">
            <a:solidFill>
              <a:sysClr val="windowText" lastClr="000000"/>
            </a:solidFill>
            <a:latin typeface="Calibri" panose="020F0502020204030204"/>
            <a:ea typeface="+mn-ea"/>
            <a:cs typeface="+mn-cs"/>
          </a:endParaRPr>
        </a:p>
      </dsp:txBody>
      <dsp:txXfrm>
        <a:off x="8183655" y="911542"/>
        <a:ext cx="3726188" cy="58250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ítulo y objetos">
    <p:bg>
      <p:bgPr>
        <a:solidFill>
          <a:srgbClr val="ffffff"/>
        </a:solidFill>
      </p:bgPr>
    </p:bg>
    <p:spTree>
      <p:nvGrpSpPr>
        <p:cNvPr id="1" name=""/>
        <p:cNvGrpSpPr/>
        <p:nvPr/>
      </p:nvGrpSpPr>
      <p:grpSpPr>
        <a:xfrm>
          <a:off x="0" y="0"/>
          <a:ext cx="0" cy="0"/>
          <a:chOff x="0" y="0"/>
          <a:chExt cx="0" cy="0"/>
        </a:xfrm>
      </p:grpSpPr>
      <p:grpSp>
        <p:nvGrpSpPr>
          <p:cNvPr id="2" name="Group 1"/>
          <p:cNvGrpSpPr/>
          <p:nvPr/>
        </p:nvGrpSpPr>
        <p:grpSpPr>
          <a:xfrm>
            <a:off x="0" y="6381360"/>
            <a:ext cx="12199320" cy="483480"/>
            <a:chOff x="0" y="6381360"/>
            <a:chExt cx="12199320" cy="483480"/>
          </a:xfrm>
        </p:grpSpPr>
        <p:sp>
          <p:nvSpPr>
            <p:cNvPr id="3" name="Rectangle 2"/>
            <p:cNvSpPr/>
            <p:nvPr/>
          </p:nvSpPr>
          <p:spPr>
            <a:xfrm>
              <a:off x="0" y="6402240"/>
              <a:ext cx="12199320" cy="462600"/>
            </a:xfrm>
            <a:prstGeom prst="rect">
              <a:avLst/>
            </a:prstGeom>
            <a:solidFill>
              <a:srgbClr val="0098cd"/>
            </a:solidFill>
            <a:ln w="12700">
              <a:noFill/>
            </a:ln>
          </p:spPr>
          <p:style>
            <a:lnRef idx="0"/>
            <a:fillRef idx="0"/>
            <a:effectRef idx="0"/>
            <a:fontRef idx="minor"/>
          </p:style>
          <p:txBody>
            <a:bodyPr lIns="0" rIns="0" tIns="0" bIns="0" anchor="ctr">
              <a:noAutofit/>
            </a:bodyPr>
            <a:p>
              <a:pPr algn="ctr" defTabSz="457200">
                <a:lnSpc>
                  <a:spcPct val="100000"/>
                </a:lnSpc>
              </a:pPr>
              <a:endParaRPr lang="es-ES" sz="1800" b="0" u="none" strike="noStrike">
                <a:solidFill>
                  <a:srgbClr val="ffffff"/>
                </a:solidFill>
                <a:effectLst/>
                <a:uFillTx/>
                <a:latin typeface="Arial"/>
                <a:ea typeface="Arial"/>
              </a:endParaRPr>
            </a:p>
          </p:txBody>
        </p:sp>
        <p:sp>
          <p:nvSpPr>
            <p:cNvPr id="4" name="Line 3"/>
            <p:cNvSpPr/>
            <p:nvPr/>
          </p:nvSpPr>
          <p:spPr>
            <a:xfrm flipV="1">
              <a:off x="11269080" y="6529320"/>
              <a:ext cx="2160" cy="136800"/>
            </a:xfrm>
            <a:prstGeom prst="line">
              <a:avLst/>
            </a:prstGeom>
            <a:ln w="9525">
              <a:solidFill>
                <a:srgbClr val="ffffff"/>
              </a:solidFill>
              <a:round/>
            </a:ln>
          </p:spPr>
          <p:style>
            <a:lnRef idx="0"/>
            <a:fillRef idx="0"/>
            <a:effectRef idx="0"/>
            <a:fontRef idx="minor"/>
          </p:style>
          <p:txBody>
            <a:bodyPr lIns="0" rIns="0" tIns="0" bIns="0" anchor="t">
              <a:noAutofit/>
            </a:bodyPr>
            <a:p>
              <a:endParaRPr lang="es-ES" sz="1800" b="0" u="none" strike="noStrike">
                <a:solidFill>
                  <a:srgbClr val="535353"/>
                </a:solidFill>
                <a:effectLst/>
                <a:uFillTx/>
                <a:latin typeface="Arial"/>
                <a:ea typeface="Arial"/>
              </a:endParaRPr>
            </a:p>
          </p:txBody>
        </p:sp>
        <p:sp>
          <p:nvSpPr>
            <p:cNvPr id="5" name="Rectangle 4"/>
            <p:cNvSpPr/>
            <p:nvPr/>
          </p:nvSpPr>
          <p:spPr>
            <a:xfrm>
              <a:off x="2230920" y="6488280"/>
              <a:ext cx="8753400" cy="214920"/>
            </a:xfrm>
            <a:prstGeom prst="rect">
              <a:avLst/>
            </a:prstGeom>
            <a:noFill/>
            <a:ln w="12700">
              <a:noFill/>
            </a:ln>
          </p:spPr>
          <p:style>
            <a:lnRef idx="0"/>
            <a:fillRef idx="0"/>
            <a:effectRef idx="0"/>
            <a:fontRef idx="minor"/>
          </p:style>
          <p:txBody>
            <a:bodyPr lIns="0" rIns="0" tIns="0" bIns="0" anchor="t">
              <a:spAutoFit/>
            </a:bodyPr>
            <a:p>
              <a:pPr algn="ctr" defTabSz="457200">
                <a:lnSpc>
                  <a:spcPct val="100000"/>
                </a:lnSpc>
              </a:pPr>
              <a:r>
                <a:rPr lang="es-ES_tradnl" sz="1400" b="0" u="none" strike="noStrike">
                  <a:solidFill>
                    <a:srgbClr val="ffffff"/>
                  </a:solidFill>
                  <a:effectLst/>
                  <a:uFillTx/>
                  <a:latin typeface="Arial"/>
                  <a:ea typeface="Arial"/>
                </a:rPr>
                <a:t>Prácticas Académicas Externas</a:t>
              </a:r>
              <a:endParaRPr lang="es-ES" sz="1400" b="0" u="none" strike="noStrike">
                <a:solidFill>
                  <a:srgbClr val="000000"/>
                </a:solidFill>
                <a:effectLst/>
                <a:uFillTx/>
                <a:latin typeface="Arial"/>
              </a:endParaRPr>
            </a:p>
          </p:txBody>
        </p:sp>
        <p:pic>
          <p:nvPicPr>
            <p:cNvPr id="6" name="Picture 5" descr="logoblanco.png"/>
            <p:cNvPicPr/>
            <p:nvPr/>
          </p:nvPicPr>
          <p:blipFill>
            <a:blip r:embed="rId2"/>
            <a:stretch/>
          </p:blipFill>
          <p:spPr>
            <a:xfrm>
              <a:off x="75240" y="6381360"/>
              <a:ext cx="1627200" cy="386280"/>
            </a:xfrm>
            <a:prstGeom prst="rect">
              <a:avLst/>
            </a:prstGeom>
            <a:noFill/>
            <a:ln w="0">
              <a:noFill/>
            </a:ln>
          </p:spPr>
        </p:pic>
      </p:grpSp>
      <p:sp>
        <p:nvSpPr>
          <p:cNvPr id="7" name="PlaceHolder 1"/>
          <p:cNvSpPr>
            <a:spLocks noGrp="1"/>
          </p:cNvSpPr>
          <p:nvPr>
            <p:ph type="title"/>
          </p:nvPr>
        </p:nvSpPr>
        <p:spPr>
          <a:xfrm>
            <a:off x="609480" y="240480"/>
            <a:ext cx="10971720" cy="1141920"/>
          </a:xfrm>
          <a:prstGeom prst="rect">
            <a:avLst/>
          </a:prstGeom>
          <a:noFill/>
          <a:ln w="0">
            <a:noFill/>
          </a:ln>
        </p:spPr>
        <p:txBody>
          <a:bodyPr lIns="90000" rIns="90000" tIns="45000" bIns="45000" anchor="t">
            <a:noAutofit/>
          </a:bodyPr>
          <a:p>
            <a:pPr indent="0" defTabSz="457200">
              <a:lnSpc>
                <a:spcPct val="100000"/>
              </a:lnSpc>
              <a:buNone/>
              <a:tabLst>
                <a:tab algn="l" pos="0"/>
              </a:tabLst>
            </a:pPr>
            <a:r>
              <a:rPr lang="es-ES" sz="2800" b="0" u="none" strike="noStrike">
                <a:solidFill>
                  <a:srgbClr val="ffffff"/>
                </a:solidFill>
                <a:effectLst/>
                <a:uFillTx/>
                <a:latin typeface="Arial Narrow"/>
                <a:ea typeface="Arial Narrow"/>
              </a:rPr>
              <a:t>Haga clic para modificar el estilo de título del patrón</a:t>
            </a:r>
            <a:endParaRPr lang="es-ES" sz="2800" b="0" u="none" strike="noStrike">
              <a:solidFill>
                <a:srgbClr val="000000"/>
              </a:solidFill>
              <a:effectLst/>
              <a:uFillTx/>
              <a:latin typeface="Arial"/>
            </a:endParaRPr>
          </a:p>
        </p:txBody>
      </p:sp>
      <p:sp>
        <p:nvSpPr>
          <p:cNvPr id="8" name="PlaceHolder 2"/>
          <p:cNvSpPr>
            <a:spLocks noGrp="1"/>
          </p:cNvSpPr>
          <p:nvPr>
            <p:ph type="body"/>
          </p:nvPr>
        </p:nvSpPr>
        <p:spPr>
          <a:xfrm>
            <a:off x="609480" y="1604520"/>
            <a:ext cx="10971720" cy="39765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_tradnl" sz="2000" b="0" u="none" strike="noStrike">
                <a:solidFill>
                  <a:srgbClr val="666666"/>
                </a:solidFill>
                <a:effectLst/>
                <a:uFillTx/>
                <a:latin typeface="Arial"/>
              </a:rPr>
              <a:t>Pulse para editar el formato de texto del esquema</a:t>
            </a:r>
            <a:endParaRPr lang="es-ES" sz="20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_tradnl" sz="2000" b="0" u="none" strike="noStrike">
                <a:solidFill>
                  <a:srgbClr val="666666"/>
                </a:solidFill>
                <a:effectLst/>
                <a:uFillTx/>
                <a:latin typeface="Arial"/>
              </a:rPr>
              <a:t>Segundo nivel del esquema</a:t>
            </a:r>
            <a:endParaRPr lang="es-ES" sz="20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_tradnl" sz="2000" b="0" u="none" strike="noStrike">
                <a:solidFill>
                  <a:srgbClr val="666666"/>
                </a:solidFill>
                <a:effectLst/>
                <a:uFillTx/>
                <a:latin typeface="Arial"/>
              </a:rPr>
              <a:t>Tercer nivel del esquema</a:t>
            </a:r>
            <a:endParaRPr lang="es-ES" sz="20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_tradnl" sz="2000" b="0" u="none" strike="noStrike">
                <a:solidFill>
                  <a:srgbClr val="666666"/>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_tradnl" sz="2000" b="0" u="none" strike="noStrike">
                <a:solidFill>
                  <a:srgbClr val="666666"/>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_tradnl" sz="2000" b="0" u="none" strike="noStrike">
                <a:solidFill>
                  <a:srgbClr val="666666"/>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_tradnl" sz="2000" b="0" u="none" strike="noStrike">
                <a:solidFill>
                  <a:srgbClr val="666666"/>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ncabezado de sección">
    <p:bg>
      <p:bgPr>
        <a:solidFill>
          <a:srgbClr val="ffffff"/>
        </a:solidFill>
      </p:bgPr>
    </p:bg>
    <p:spTree>
      <p:nvGrpSpPr>
        <p:cNvPr id="1" name=""/>
        <p:cNvGrpSpPr/>
        <p:nvPr/>
      </p:nvGrpSpPr>
      <p:grpSpPr>
        <a:xfrm>
          <a:off x="0" y="0"/>
          <a:ext cx="0" cy="0"/>
          <a:chOff x="0" y="0"/>
          <a:chExt cx="0" cy="0"/>
        </a:xfrm>
      </p:grpSpPr>
      <p:grpSp>
        <p:nvGrpSpPr>
          <p:cNvPr id="9" name="Group 1"/>
          <p:cNvGrpSpPr/>
          <p:nvPr/>
        </p:nvGrpSpPr>
        <p:grpSpPr>
          <a:xfrm>
            <a:off x="0" y="6381360"/>
            <a:ext cx="12199320" cy="483480"/>
            <a:chOff x="0" y="6381360"/>
            <a:chExt cx="12199320" cy="483480"/>
          </a:xfrm>
        </p:grpSpPr>
        <p:sp>
          <p:nvSpPr>
            <p:cNvPr id="10" name="Rectangle 2"/>
            <p:cNvSpPr/>
            <p:nvPr/>
          </p:nvSpPr>
          <p:spPr>
            <a:xfrm>
              <a:off x="0" y="6402240"/>
              <a:ext cx="12199320" cy="462600"/>
            </a:xfrm>
            <a:prstGeom prst="rect">
              <a:avLst/>
            </a:prstGeom>
            <a:solidFill>
              <a:srgbClr val="0098cd"/>
            </a:solidFill>
            <a:ln w="12700">
              <a:noFill/>
            </a:ln>
          </p:spPr>
          <p:style>
            <a:lnRef idx="0"/>
            <a:fillRef idx="0"/>
            <a:effectRef idx="0"/>
            <a:fontRef idx="minor"/>
          </p:style>
          <p:txBody>
            <a:bodyPr lIns="0" rIns="0" tIns="0" bIns="0" anchor="ctr">
              <a:noAutofit/>
            </a:bodyPr>
            <a:p>
              <a:pPr algn="ctr" defTabSz="457200">
                <a:lnSpc>
                  <a:spcPct val="100000"/>
                </a:lnSpc>
              </a:pPr>
              <a:endParaRPr lang="es-ES" sz="1800" b="0" u="none" strike="noStrike">
                <a:solidFill>
                  <a:srgbClr val="ffffff"/>
                </a:solidFill>
                <a:effectLst/>
                <a:uFillTx/>
                <a:latin typeface="Arial"/>
                <a:ea typeface="Arial"/>
              </a:endParaRPr>
            </a:p>
          </p:txBody>
        </p:sp>
        <p:sp>
          <p:nvSpPr>
            <p:cNvPr id="11" name="Line 3"/>
            <p:cNvSpPr/>
            <p:nvPr/>
          </p:nvSpPr>
          <p:spPr>
            <a:xfrm flipV="1">
              <a:off x="11269080" y="6529320"/>
              <a:ext cx="2160" cy="136800"/>
            </a:xfrm>
            <a:prstGeom prst="line">
              <a:avLst/>
            </a:prstGeom>
            <a:ln w="9525">
              <a:solidFill>
                <a:srgbClr val="ffffff"/>
              </a:solidFill>
              <a:round/>
            </a:ln>
          </p:spPr>
          <p:style>
            <a:lnRef idx="0"/>
            <a:fillRef idx="0"/>
            <a:effectRef idx="0"/>
            <a:fontRef idx="minor"/>
          </p:style>
          <p:txBody>
            <a:bodyPr lIns="0" rIns="0" tIns="0" bIns="0" anchor="t">
              <a:noAutofit/>
            </a:bodyPr>
            <a:p>
              <a:endParaRPr lang="es-ES" sz="1800" b="0" u="none" strike="noStrike">
                <a:solidFill>
                  <a:srgbClr val="535353"/>
                </a:solidFill>
                <a:effectLst/>
                <a:uFillTx/>
                <a:latin typeface="Arial"/>
                <a:ea typeface="Arial"/>
              </a:endParaRPr>
            </a:p>
          </p:txBody>
        </p:sp>
        <p:sp>
          <p:nvSpPr>
            <p:cNvPr id="12" name="Rectangle 4"/>
            <p:cNvSpPr/>
            <p:nvPr/>
          </p:nvSpPr>
          <p:spPr>
            <a:xfrm>
              <a:off x="2230920" y="6488280"/>
              <a:ext cx="8753400" cy="214920"/>
            </a:xfrm>
            <a:prstGeom prst="rect">
              <a:avLst/>
            </a:prstGeom>
            <a:noFill/>
            <a:ln w="12700">
              <a:noFill/>
            </a:ln>
          </p:spPr>
          <p:style>
            <a:lnRef idx="0"/>
            <a:fillRef idx="0"/>
            <a:effectRef idx="0"/>
            <a:fontRef idx="minor"/>
          </p:style>
          <p:txBody>
            <a:bodyPr lIns="0" rIns="0" tIns="0" bIns="0" anchor="t">
              <a:spAutoFit/>
            </a:bodyPr>
            <a:p>
              <a:pPr algn="ctr" defTabSz="457200">
                <a:lnSpc>
                  <a:spcPct val="100000"/>
                </a:lnSpc>
              </a:pPr>
              <a:r>
                <a:rPr lang="es-ES_tradnl" sz="1400" b="0" u="none" strike="noStrike">
                  <a:solidFill>
                    <a:srgbClr val="ffffff"/>
                  </a:solidFill>
                  <a:effectLst/>
                  <a:uFillTx/>
                  <a:latin typeface="Arial"/>
                  <a:ea typeface="Arial"/>
                </a:rPr>
                <a:t>Prácticas Académicas Externas</a:t>
              </a:r>
              <a:endParaRPr lang="es-ES" sz="1400" b="0" u="none" strike="noStrike">
                <a:solidFill>
                  <a:srgbClr val="000000"/>
                </a:solidFill>
                <a:effectLst/>
                <a:uFillTx/>
                <a:latin typeface="Arial"/>
              </a:endParaRPr>
            </a:p>
          </p:txBody>
        </p:sp>
        <p:pic>
          <p:nvPicPr>
            <p:cNvPr id="13" name="Picture 5" descr="logoblanco.png"/>
            <p:cNvPicPr/>
            <p:nvPr/>
          </p:nvPicPr>
          <p:blipFill>
            <a:blip r:embed="rId2"/>
            <a:stretch/>
          </p:blipFill>
          <p:spPr>
            <a:xfrm>
              <a:off x="75240" y="6381360"/>
              <a:ext cx="1627200" cy="386280"/>
            </a:xfrm>
            <a:prstGeom prst="rect">
              <a:avLst/>
            </a:prstGeom>
            <a:noFill/>
            <a:ln w="0">
              <a:noFill/>
            </a:ln>
          </p:spPr>
        </p:pic>
      </p:grpSp>
      <p:sp>
        <p:nvSpPr>
          <p:cNvPr id="14" name="PlaceHolder 1"/>
          <p:cNvSpPr>
            <a:spLocks noGrp="1"/>
          </p:cNvSpPr>
          <p:nvPr>
            <p:ph type="title"/>
          </p:nvPr>
        </p:nvSpPr>
        <p:spPr>
          <a:xfrm>
            <a:off x="963000" y="4406760"/>
            <a:ext cx="10362240" cy="1361160"/>
          </a:xfrm>
          <a:prstGeom prst="rect">
            <a:avLst/>
          </a:prstGeom>
          <a:noFill/>
          <a:ln w="0">
            <a:noFill/>
          </a:ln>
        </p:spPr>
        <p:txBody>
          <a:bodyPr lIns="90000" rIns="90000" tIns="45000" bIns="45000" anchor="t">
            <a:noAutofit/>
          </a:bodyPr>
          <a:p>
            <a:pPr indent="0" defTabSz="457200">
              <a:lnSpc>
                <a:spcPct val="100000"/>
              </a:lnSpc>
              <a:buNone/>
              <a:tabLst>
                <a:tab algn="l" pos="0"/>
              </a:tabLst>
            </a:pPr>
            <a:r>
              <a:rPr lang="es-ES_tradnl" sz="4000" b="1" u="none" strike="noStrike" cap="all">
                <a:solidFill>
                  <a:srgbClr val="ffffff"/>
                </a:solidFill>
                <a:effectLst/>
                <a:uFillTx/>
                <a:latin typeface="Arial Narrow"/>
                <a:ea typeface="Arial Narrow"/>
              </a:rPr>
              <a:t>Clic para editar título</a:t>
            </a:r>
            <a:endParaRPr lang="es-ES" sz="4000" b="0" u="none" strike="noStrike">
              <a:solidFill>
                <a:srgbClr val="000000"/>
              </a:solidFill>
              <a:effectLst/>
              <a:uFillTx/>
              <a:latin typeface="Arial"/>
            </a:endParaRPr>
          </a:p>
        </p:txBody>
      </p:sp>
      <p:sp>
        <p:nvSpPr>
          <p:cNvPr id="15" name="PlaceHolder 2"/>
          <p:cNvSpPr>
            <a:spLocks noGrp="1"/>
          </p:cNvSpPr>
          <p:nvPr>
            <p:ph type="body"/>
          </p:nvPr>
        </p:nvSpPr>
        <p:spPr>
          <a:xfrm>
            <a:off x="963000" y="2906640"/>
            <a:ext cx="10362240" cy="1499040"/>
          </a:xfrm>
          <a:prstGeom prst="rect">
            <a:avLst/>
          </a:prstGeom>
          <a:noFill/>
          <a:ln w="0">
            <a:noFill/>
          </a:ln>
        </p:spPr>
        <p:txBody>
          <a:bodyPr lIns="90000" rIns="90000" tIns="45000" bIns="45000" anchor="b">
            <a:noAutofit/>
          </a:bodyPr>
          <a:p>
            <a:pPr indent="0" defTabSz="457200">
              <a:lnSpc>
                <a:spcPct val="100000"/>
              </a:lnSpc>
              <a:spcBef>
                <a:spcPts val="400"/>
              </a:spcBef>
              <a:buNone/>
              <a:tabLst>
                <a:tab algn="l" pos="0"/>
              </a:tabLst>
            </a:pPr>
            <a:r>
              <a:rPr lang="es-ES_tradnl" sz="2000" b="0" u="none" strike="noStrike">
                <a:solidFill>
                  <a:srgbClr val="666666"/>
                </a:solidFill>
                <a:effectLst/>
                <a:uFillTx/>
                <a:latin typeface="Arial"/>
                <a:ea typeface="Arial"/>
              </a:rPr>
              <a:t>Haga clic para modificar el estilo de texto del patrón</a:t>
            </a:r>
            <a:endParaRPr lang="es-ES" sz="2000" b="0" u="none" strike="noStrik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os objetos">
    <p:bg>
      <p:bgPr>
        <a:solidFill>
          <a:srgbClr val="ffffff"/>
        </a:solidFill>
      </p:bgPr>
    </p:bg>
    <p:spTree>
      <p:nvGrpSpPr>
        <p:cNvPr id="1" name=""/>
        <p:cNvGrpSpPr/>
        <p:nvPr/>
      </p:nvGrpSpPr>
      <p:grpSpPr>
        <a:xfrm>
          <a:off x="0" y="0"/>
          <a:ext cx="0" cy="0"/>
          <a:chOff x="0" y="0"/>
          <a:chExt cx="0" cy="0"/>
        </a:xfrm>
      </p:grpSpPr>
      <p:grpSp>
        <p:nvGrpSpPr>
          <p:cNvPr id="16" name="Group 1"/>
          <p:cNvGrpSpPr/>
          <p:nvPr/>
        </p:nvGrpSpPr>
        <p:grpSpPr>
          <a:xfrm>
            <a:off x="0" y="6381360"/>
            <a:ext cx="12199320" cy="483480"/>
            <a:chOff x="0" y="6381360"/>
            <a:chExt cx="12199320" cy="483480"/>
          </a:xfrm>
        </p:grpSpPr>
        <p:sp>
          <p:nvSpPr>
            <p:cNvPr id="17" name="Rectangle 2"/>
            <p:cNvSpPr/>
            <p:nvPr/>
          </p:nvSpPr>
          <p:spPr>
            <a:xfrm>
              <a:off x="0" y="6402240"/>
              <a:ext cx="12199320" cy="462600"/>
            </a:xfrm>
            <a:prstGeom prst="rect">
              <a:avLst/>
            </a:prstGeom>
            <a:solidFill>
              <a:srgbClr val="0098cd"/>
            </a:solidFill>
            <a:ln w="12700">
              <a:noFill/>
            </a:ln>
          </p:spPr>
          <p:style>
            <a:lnRef idx="0"/>
            <a:fillRef idx="0"/>
            <a:effectRef idx="0"/>
            <a:fontRef idx="minor"/>
          </p:style>
          <p:txBody>
            <a:bodyPr lIns="0" rIns="0" tIns="0" bIns="0" anchor="ctr">
              <a:noAutofit/>
            </a:bodyPr>
            <a:p>
              <a:pPr algn="ctr" defTabSz="457200">
                <a:lnSpc>
                  <a:spcPct val="100000"/>
                </a:lnSpc>
              </a:pPr>
              <a:endParaRPr lang="es-ES" sz="1800" b="0" u="none" strike="noStrike">
                <a:solidFill>
                  <a:srgbClr val="ffffff"/>
                </a:solidFill>
                <a:effectLst/>
                <a:uFillTx/>
                <a:latin typeface="Arial"/>
                <a:ea typeface="Arial"/>
              </a:endParaRPr>
            </a:p>
          </p:txBody>
        </p:sp>
        <p:sp>
          <p:nvSpPr>
            <p:cNvPr id="18" name="Line 3"/>
            <p:cNvSpPr/>
            <p:nvPr/>
          </p:nvSpPr>
          <p:spPr>
            <a:xfrm flipV="1">
              <a:off x="11269080" y="6529320"/>
              <a:ext cx="2160" cy="136800"/>
            </a:xfrm>
            <a:prstGeom prst="line">
              <a:avLst/>
            </a:prstGeom>
            <a:ln w="9525">
              <a:solidFill>
                <a:srgbClr val="ffffff"/>
              </a:solidFill>
              <a:round/>
            </a:ln>
          </p:spPr>
          <p:style>
            <a:lnRef idx="0"/>
            <a:fillRef idx="0"/>
            <a:effectRef idx="0"/>
            <a:fontRef idx="minor"/>
          </p:style>
          <p:txBody>
            <a:bodyPr lIns="0" rIns="0" tIns="0" bIns="0" anchor="t">
              <a:noAutofit/>
            </a:bodyPr>
            <a:p>
              <a:endParaRPr lang="es-ES" sz="1800" b="0" u="none" strike="noStrike">
                <a:solidFill>
                  <a:srgbClr val="535353"/>
                </a:solidFill>
                <a:effectLst/>
                <a:uFillTx/>
                <a:latin typeface="Arial"/>
                <a:ea typeface="Arial"/>
              </a:endParaRPr>
            </a:p>
          </p:txBody>
        </p:sp>
        <p:sp>
          <p:nvSpPr>
            <p:cNvPr id="19" name="Rectangle 4"/>
            <p:cNvSpPr/>
            <p:nvPr/>
          </p:nvSpPr>
          <p:spPr>
            <a:xfrm>
              <a:off x="2230920" y="6488280"/>
              <a:ext cx="8753400" cy="214920"/>
            </a:xfrm>
            <a:prstGeom prst="rect">
              <a:avLst/>
            </a:prstGeom>
            <a:noFill/>
            <a:ln w="12700">
              <a:noFill/>
            </a:ln>
          </p:spPr>
          <p:style>
            <a:lnRef idx="0"/>
            <a:fillRef idx="0"/>
            <a:effectRef idx="0"/>
            <a:fontRef idx="minor"/>
          </p:style>
          <p:txBody>
            <a:bodyPr lIns="0" rIns="0" tIns="0" bIns="0" anchor="t">
              <a:spAutoFit/>
            </a:bodyPr>
            <a:p>
              <a:pPr algn="ctr" defTabSz="457200">
                <a:lnSpc>
                  <a:spcPct val="100000"/>
                </a:lnSpc>
              </a:pPr>
              <a:r>
                <a:rPr lang="es-ES_tradnl" sz="1400" b="0" u="none" strike="noStrike">
                  <a:solidFill>
                    <a:srgbClr val="ffffff"/>
                  </a:solidFill>
                  <a:effectLst/>
                  <a:uFillTx/>
                  <a:latin typeface="Arial"/>
                  <a:ea typeface="Arial"/>
                </a:rPr>
                <a:t>Prácticas Académicas Externas</a:t>
              </a:r>
              <a:endParaRPr lang="es-ES" sz="1400" b="0" u="none" strike="noStrike">
                <a:solidFill>
                  <a:srgbClr val="000000"/>
                </a:solidFill>
                <a:effectLst/>
                <a:uFillTx/>
                <a:latin typeface="Arial"/>
              </a:endParaRPr>
            </a:p>
          </p:txBody>
        </p:sp>
        <p:pic>
          <p:nvPicPr>
            <p:cNvPr id="20" name="Picture 5" descr="logoblanco.png"/>
            <p:cNvPicPr/>
            <p:nvPr/>
          </p:nvPicPr>
          <p:blipFill>
            <a:blip r:embed="rId2"/>
            <a:stretch/>
          </p:blipFill>
          <p:spPr>
            <a:xfrm>
              <a:off x="75240" y="6381360"/>
              <a:ext cx="1627200" cy="386280"/>
            </a:xfrm>
            <a:prstGeom prst="rect">
              <a:avLst/>
            </a:prstGeom>
            <a:noFill/>
            <a:ln w="0">
              <a:noFill/>
            </a:ln>
          </p:spPr>
        </p:pic>
      </p:grpSp>
      <p:sp>
        <p:nvSpPr>
          <p:cNvPr id="21" name="PlaceHolder 1"/>
          <p:cNvSpPr>
            <a:spLocks noGrp="1"/>
          </p:cNvSpPr>
          <p:nvPr>
            <p:ph type="title"/>
          </p:nvPr>
        </p:nvSpPr>
        <p:spPr>
          <a:xfrm>
            <a:off x="609480" y="274680"/>
            <a:ext cx="10971720" cy="1141920"/>
          </a:xfrm>
          <a:prstGeom prst="rect">
            <a:avLst/>
          </a:prstGeom>
          <a:noFill/>
          <a:ln w="0">
            <a:noFill/>
          </a:ln>
        </p:spPr>
        <p:txBody>
          <a:bodyPr lIns="90000" rIns="90000" tIns="45000" bIns="45000" anchor="t">
            <a:noAutofit/>
          </a:bodyPr>
          <a:p>
            <a:pPr indent="0" defTabSz="457200">
              <a:lnSpc>
                <a:spcPct val="100000"/>
              </a:lnSpc>
              <a:buNone/>
              <a:tabLst>
                <a:tab algn="l" pos="0"/>
              </a:tabLst>
            </a:pPr>
            <a:r>
              <a:rPr lang="es-ES_tradnl" sz="4000" b="0" u="none" strike="noStrike">
                <a:solidFill>
                  <a:srgbClr val="ffffff"/>
                </a:solidFill>
                <a:effectLst/>
                <a:uFillTx/>
                <a:latin typeface="Arial Narrow"/>
                <a:ea typeface="Arial Narrow"/>
              </a:rPr>
              <a:t>Clic para editar título</a:t>
            </a:r>
            <a:endParaRPr lang="es-ES" sz="4000" b="0" u="none" strike="noStrike">
              <a:solidFill>
                <a:srgbClr val="000000"/>
              </a:solidFill>
              <a:effectLst/>
              <a:uFillTx/>
              <a:latin typeface="Arial"/>
            </a:endParaRPr>
          </a:p>
        </p:txBody>
      </p:sp>
      <p:sp>
        <p:nvSpPr>
          <p:cNvPr id="22" name="PlaceHolder 2"/>
          <p:cNvSpPr>
            <a:spLocks noGrp="1"/>
          </p:cNvSpPr>
          <p:nvPr>
            <p:ph type="body"/>
          </p:nvPr>
        </p:nvSpPr>
        <p:spPr>
          <a:xfrm>
            <a:off x="609480" y="1600200"/>
            <a:ext cx="5383800" cy="4524840"/>
          </a:xfrm>
          <a:prstGeom prst="rect">
            <a:avLst/>
          </a:prstGeom>
          <a:noFill/>
          <a:ln w="0">
            <a:noFill/>
          </a:ln>
        </p:spPr>
        <p:txBody>
          <a:bodyPr lIns="90000" rIns="90000" tIns="45000" bIns="45000" anchor="t">
            <a:noAutofit/>
          </a:bodyPr>
          <a:p>
            <a:pPr marL="343080" indent="-343080" defTabSz="457200">
              <a:lnSpc>
                <a:spcPct val="100000"/>
              </a:lnSpc>
              <a:spcBef>
                <a:spcPts val="400"/>
              </a:spcBef>
              <a:buClr>
                <a:srgbClr val="666666"/>
              </a:buClr>
              <a:buFont typeface="Arial"/>
              <a:buChar char="•"/>
            </a:pPr>
            <a:r>
              <a:rPr lang="es-ES_tradnl" sz="2800" b="0" u="none" strike="noStrike">
                <a:solidFill>
                  <a:srgbClr val="666666"/>
                </a:solidFill>
                <a:effectLst/>
                <a:uFillTx/>
                <a:latin typeface="Arial"/>
                <a:ea typeface="Arial"/>
              </a:rPr>
              <a:t>Haga clic para modificar el estilo de texto del patrón</a:t>
            </a:r>
            <a:endParaRPr lang="es-ES" sz="2800" b="0" u="none" strike="noStrike">
              <a:solidFill>
                <a:srgbClr val="000000"/>
              </a:solidFill>
              <a:effectLst/>
              <a:uFillTx/>
              <a:latin typeface="Arial"/>
            </a:endParaRPr>
          </a:p>
          <a:p>
            <a:pPr marL="743040" lvl="1" indent="-285840" defTabSz="457200">
              <a:lnSpc>
                <a:spcPct val="100000"/>
              </a:lnSpc>
              <a:spcBef>
                <a:spcPts val="400"/>
              </a:spcBef>
              <a:buClr>
                <a:srgbClr val="666666"/>
              </a:buClr>
              <a:buFont typeface="Arial"/>
              <a:buChar char="–"/>
            </a:pPr>
            <a:r>
              <a:rPr lang="es-ES_tradnl" sz="2400" b="0" u="none" strike="noStrike">
                <a:solidFill>
                  <a:srgbClr val="666666"/>
                </a:solidFill>
                <a:effectLst/>
                <a:uFillTx/>
                <a:latin typeface="Arial"/>
                <a:ea typeface="Arial"/>
              </a:rPr>
              <a:t>Segundo nivel</a:t>
            </a:r>
            <a:endParaRPr lang="es-ES" sz="2400" b="0" u="none" strike="noStrike">
              <a:solidFill>
                <a:srgbClr val="000000"/>
              </a:solidFill>
              <a:effectLst/>
              <a:uFillTx/>
              <a:latin typeface="Arial"/>
            </a:endParaRPr>
          </a:p>
          <a:p>
            <a:pPr marL="1143000" lvl="2" indent="-228600" defTabSz="457200">
              <a:lnSpc>
                <a:spcPct val="100000"/>
              </a:lnSpc>
              <a:spcBef>
                <a:spcPts val="400"/>
              </a:spcBef>
              <a:buClr>
                <a:srgbClr val="666666"/>
              </a:buClr>
              <a:buFont typeface="Arial"/>
              <a:buChar char="•"/>
            </a:pPr>
            <a:r>
              <a:rPr lang="es-ES_tradnl" sz="2000" b="0" u="none" strike="noStrike">
                <a:solidFill>
                  <a:srgbClr val="666666"/>
                </a:solidFill>
                <a:effectLst/>
                <a:uFillTx/>
                <a:latin typeface="Arial"/>
                <a:ea typeface="Arial"/>
              </a:rPr>
              <a:t>Tercer nivel</a:t>
            </a:r>
            <a:endParaRPr lang="es-ES" sz="2000" b="0" u="none" strike="noStrike">
              <a:solidFill>
                <a:srgbClr val="000000"/>
              </a:solidFill>
              <a:effectLst/>
              <a:uFillTx/>
              <a:latin typeface="Arial"/>
            </a:endParaRPr>
          </a:p>
          <a:p>
            <a:pPr marL="1600200" lvl="3" indent="-228600" defTabSz="457200">
              <a:lnSpc>
                <a:spcPct val="100000"/>
              </a:lnSpc>
              <a:spcBef>
                <a:spcPts val="400"/>
              </a:spcBef>
              <a:buClr>
                <a:srgbClr val="666666"/>
              </a:buClr>
              <a:buFont typeface="Arial"/>
              <a:buChar char="–"/>
            </a:pPr>
            <a:r>
              <a:rPr lang="es-ES_tradnl" sz="1800" b="0" u="none" strike="noStrike">
                <a:solidFill>
                  <a:srgbClr val="666666"/>
                </a:solidFill>
                <a:effectLst/>
                <a:uFillTx/>
                <a:latin typeface="Arial"/>
                <a:ea typeface="Arial"/>
              </a:rPr>
              <a:t>Cuarto nivel</a:t>
            </a:r>
            <a:endParaRPr lang="es-ES" sz="1800" b="0" u="none" strike="noStrike">
              <a:solidFill>
                <a:srgbClr val="000000"/>
              </a:solidFill>
              <a:effectLst/>
              <a:uFillTx/>
              <a:latin typeface="Arial"/>
            </a:endParaRPr>
          </a:p>
          <a:p>
            <a:pPr marL="2057400" lvl="4" indent="-228600" defTabSz="457200">
              <a:lnSpc>
                <a:spcPct val="100000"/>
              </a:lnSpc>
              <a:spcBef>
                <a:spcPts val="400"/>
              </a:spcBef>
              <a:buClr>
                <a:srgbClr val="666666"/>
              </a:buClr>
              <a:buFont typeface="Arial"/>
              <a:buChar char="»"/>
            </a:pPr>
            <a:r>
              <a:rPr lang="es-ES_tradnl" sz="1800" b="0" u="none" strike="noStrike">
                <a:solidFill>
                  <a:srgbClr val="666666"/>
                </a:solidFill>
                <a:effectLst/>
                <a:uFillTx/>
                <a:latin typeface="Arial"/>
                <a:ea typeface="Arial"/>
              </a:rPr>
              <a:t>Quinto nivel</a:t>
            </a:r>
            <a:endParaRPr lang="es-ES" sz="1800" b="0" u="none" strike="noStrike">
              <a:solidFill>
                <a:srgbClr val="000000"/>
              </a:solidFill>
              <a:effectLst/>
              <a:uFillTx/>
              <a:latin typeface="Arial"/>
            </a:endParaRPr>
          </a:p>
        </p:txBody>
      </p:sp>
      <p:sp>
        <p:nvSpPr>
          <p:cNvPr id="23" name="PlaceHolder 3"/>
          <p:cNvSpPr>
            <a:spLocks noGrp="1"/>
          </p:cNvSpPr>
          <p:nvPr>
            <p:ph type="body"/>
          </p:nvPr>
        </p:nvSpPr>
        <p:spPr>
          <a:xfrm>
            <a:off x="6197760" y="1600200"/>
            <a:ext cx="5383800" cy="4524840"/>
          </a:xfrm>
          <a:prstGeom prst="rect">
            <a:avLst/>
          </a:prstGeom>
          <a:noFill/>
          <a:ln w="12600">
            <a:noFill/>
          </a:ln>
        </p:spPr>
        <p:txBody>
          <a:bodyPr numCol="1" spcCol="0" lIns="0" rIns="0" tIns="0" bIns="0" anchor="ctr">
            <a:noAutofit/>
          </a:bodyPr>
          <a:p>
            <a:pPr marL="343080" indent="-343080" algn="r" defTabSz="457200">
              <a:lnSpc>
                <a:spcPct val="100000"/>
              </a:lnSpc>
              <a:spcBef>
                <a:spcPts val="400"/>
              </a:spcBef>
              <a:buClr>
                <a:srgbClr val="ffffff"/>
              </a:buClr>
              <a:buFont typeface="Arial"/>
              <a:buChar char="•"/>
            </a:pPr>
            <a:r>
              <a:rPr lang="es-ES_tradnl" sz="2800" b="0" u="none" strike="noStrike">
                <a:solidFill>
                  <a:srgbClr val="ffffff"/>
                </a:solidFill>
                <a:effectLst/>
                <a:uFillTx/>
                <a:latin typeface="Arial"/>
                <a:ea typeface="Arial"/>
              </a:rPr>
              <a:t>Haga clic para modificar el estilo de texto del patrón</a:t>
            </a:r>
            <a:endParaRPr lang="es-ES" sz="2800" b="0" u="none" strike="noStrike">
              <a:solidFill>
                <a:srgbClr val="000000"/>
              </a:solidFill>
              <a:effectLst/>
              <a:uFillTx/>
              <a:latin typeface="Arial"/>
            </a:endParaRPr>
          </a:p>
          <a:p>
            <a:pPr marL="743040" lvl="1" indent="-285840" defTabSz="457200">
              <a:lnSpc>
                <a:spcPct val="100000"/>
              </a:lnSpc>
              <a:spcBef>
                <a:spcPts val="400"/>
              </a:spcBef>
              <a:buClr>
                <a:srgbClr val="666666"/>
              </a:buClr>
              <a:buFont typeface="Arial"/>
              <a:buChar char="–"/>
            </a:pPr>
            <a:r>
              <a:rPr lang="es-ES_tradnl" sz="2400" b="0" u="none" strike="noStrike">
                <a:solidFill>
                  <a:srgbClr val="666666"/>
                </a:solidFill>
                <a:effectLst/>
                <a:uFillTx/>
                <a:latin typeface="Arial"/>
                <a:ea typeface="Arial"/>
              </a:rPr>
              <a:t>Segundo nivel</a:t>
            </a:r>
            <a:endParaRPr lang="es-ES" sz="2400" b="0" u="none" strike="noStrike">
              <a:solidFill>
                <a:srgbClr val="000000"/>
              </a:solidFill>
              <a:effectLst/>
              <a:uFillTx/>
              <a:latin typeface="Arial"/>
            </a:endParaRPr>
          </a:p>
          <a:p>
            <a:pPr marL="1143000" lvl="2" indent="-228600" defTabSz="457200">
              <a:lnSpc>
                <a:spcPct val="100000"/>
              </a:lnSpc>
              <a:spcBef>
                <a:spcPts val="400"/>
              </a:spcBef>
              <a:buClr>
                <a:srgbClr val="666666"/>
              </a:buClr>
              <a:buFont typeface="Arial"/>
              <a:buChar char="•"/>
            </a:pPr>
            <a:r>
              <a:rPr lang="es-ES_tradnl" sz="2000" b="0" u="none" strike="noStrike">
                <a:solidFill>
                  <a:srgbClr val="666666"/>
                </a:solidFill>
                <a:effectLst/>
                <a:uFillTx/>
                <a:latin typeface="Arial"/>
                <a:ea typeface="Arial"/>
              </a:rPr>
              <a:t>Tercer nivel</a:t>
            </a:r>
            <a:endParaRPr lang="es-ES" sz="2000" b="0" u="none" strike="noStrike">
              <a:solidFill>
                <a:srgbClr val="000000"/>
              </a:solidFill>
              <a:effectLst/>
              <a:uFillTx/>
              <a:latin typeface="Arial"/>
            </a:endParaRPr>
          </a:p>
          <a:p>
            <a:pPr marL="1600200" lvl="3" indent="-228600" defTabSz="457200">
              <a:lnSpc>
                <a:spcPct val="100000"/>
              </a:lnSpc>
              <a:spcBef>
                <a:spcPts val="400"/>
              </a:spcBef>
              <a:buClr>
                <a:srgbClr val="666666"/>
              </a:buClr>
              <a:buFont typeface="Arial"/>
              <a:buChar char="–"/>
            </a:pPr>
            <a:r>
              <a:rPr lang="es-ES_tradnl" sz="1800" b="0" u="none" strike="noStrike">
                <a:solidFill>
                  <a:srgbClr val="666666"/>
                </a:solidFill>
                <a:effectLst/>
                <a:uFillTx/>
                <a:latin typeface="Arial"/>
                <a:ea typeface="Arial"/>
              </a:rPr>
              <a:t>Cuarto nivel</a:t>
            </a:r>
            <a:endParaRPr lang="es-ES" sz="1800" b="0" u="none" strike="noStrike">
              <a:solidFill>
                <a:srgbClr val="000000"/>
              </a:solidFill>
              <a:effectLst/>
              <a:uFillTx/>
              <a:latin typeface="Arial"/>
            </a:endParaRPr>
          </a:p>
          <a:p>
            <a:pPr marL="2057400" lvl="4" indent="-228600" defTabSz="457200">
              <a:lnSpc>
                <a:spcPct val="100000"/>
              </a:lnSpc>
              <a:spcBef>
                <a:spcPts val="400"/>
              </a:spcBef>
              <a:buClr>
                <a:srgbClr val="666666"/>
              </a:buClr>
              <a:buFont typeface="Arial"/>
              <a:buChar char="»"/>
            </a:pPr>
            <a:r>
              <a:rPr lang="es-ES_tradnl" sz="1800" b="0" u="none" strike="noStrike">
                <a:solidFill>
                  <a:srgbClr val="666666"/>
                </a:solidFill>
                <a:effectLst/>
                <a:uFillTx/>
                <a:latin typeface="Arial"/>
                <a:ea typeface="Arial"/>
              </a:rPr>
              <a:t>Quinto nivel</a:t>
            </a:r>
            <a:endParaRPr lang="es-ES" sz="1800" b="0" u="none" strike="noStrik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ación">
    <p:bg>
      <p:bgPr>
        <a:solidFill>
          <a:srgbClr val="ffffff"/>
        </a:solidFill>
      </p:bgPr>
    </p:bg>
    <p:spTree>
      <p:nvGrpSpPr>
        <p:cNvPr id="1" name=""/>
        <p:cNvGrpSpPr/>
        <p:nvPr/>
      </p:nvGrpSpPr>
      <p:grpSpPr>
        <a:xfrm>
          <a:off x="0" y="0"/>
          <a:ext cx="0" cy="0"/>
          <a:chOff x="0" y="0"/>
          <a:chExt cx="0" cy="0"/>
        </a:xfrm>
      </p:grpSpPr>
      <p:grpSp>
        <p:nvGrpSpPr>
          <p:cNvPr id="24" name="Group 1"/>
          <p:cNvGrpSpPr/>
          <p:nvPr/>
        </p:nvGrpSpPr>
        <p:grpSpPr>
          <a:xfrm>
            <a:off x="0" y="6381360"/>
            <a:ext cx="12199320" cy="483480"/>
            <a:chOff x="0" y="6381360"/>
            <a:chExt cx="12199320" cy="483480"/>
          </a:xfrm>
        </p:grpSpPr>
        <p:sp>
          <p:nvSpPr>
            <p:cNvPr id="25" name="Rectangle 2"/>
            <p:cNvSpPr/>
            <p:nvPr/>
          </p:nvSpPr>
          <p:spPr>
            <a:xfrm>
              <a:off x="0" y="6402240"/>
              <a:ext cx="12199320" cy="462600"/>
            </a:xfrm>
            <a:prstGeom prst="rect">
              <a:avLst/>
            </a:prstGeom>
            <a:solidFill>
              <a:srgbClr val="0098cd"/>
            </a:solidFill>
            <a:ln w="12700">
              <a:noFill/>
            </a:ln>
          </p:spPr>
          <p:style>
            <a:lnRef idx="0"/>
            <a:fillRef idx="0"/>
            <a:effectRef idx="0"/>
            <a:fontRef idx="minor"/>
          </p:style>
          <p:txBody>
            <a:bodyPr lIns="0" rIns="0" tIns="0" bIns="0" anchor="ctr">
              <a:noAutofit/>
            </a:bodyPr>
            <a:p>
              <a:pPr algn="ctr" defTabSz="457200">
                <a:lnSpc>
                  <a:spcPct val="100000"/>
                </a:lnSpc>
              </a:pPr>
              <a:endParaRPr lang="es-ES" sz="1800" b="0" u="none" strike="noStrike">
                <a:solidFill>
                  <a:srgbClr val="ffffff"/>
                </a:solidFill>
                <a:effectLst/>
                <a:uFillTx/>
                <a:latin typeface="Arial"/>
                <a:ea typeface="Arial"/>
              </a:endParaRPr>
            </a:p>
          </p:txBody>
        </p:sp>
        <p:sp>
          <p:nvSpPr>
            <p:cNvPr id="26" name="Line 3"/>
            <p:cNvSpPr/>
            <p:nvPr/>
          </p:nvSpPr>
          <p:spPr>
            <a:xfrm flipV="1">
              <a:off x="11269080" y="6529320"/>
              <a:ext cx="2160" cy="136800"/>
            </a:xfrm>
            <a:prstGeom prst="line">
              <a:avLst/>
            </a:prstGeom>
            <a:ln w="9525">
              <a:solidFill>
                <a:srgbClr val="ffffff"/>
              </a:solidFill>
              <a:round/>
            </a:ln>
          </p:spPr>
          <p:style>
            <a:lnRef idx="0"/>
            <a:fillRef idx="0"/>
            <a:effectRef idx="0"/>
            <a:fontRef idx="minor"/>
          </p:style>
          <p:txBody>
            <a:bodyPr lIns="0" rIns="0" tIns="0" bIns="0" anchor="t">
              <a:noAutofit/>
            </a:bodyPr>
            <a:p>
              <a:endParaRPr lang="es-ES" sz="1800" b="0" u="none" strike="noStrike">
                <a:solidFill>
                  <a:srgbClr val="535353"/>
                </a:solidFill>
                <a:effectLst/>
                <a:uFillTx/>
                <a:latin typeface="Arial"/>
                <a:ea typeface="Arial"/>
              </a:endParaRPr>
            </a:p>
          </p:txBody>
        </p:sp>
        <p:sp>
          <p:nvSpPr>
            <p:cNvPr id="27" name="Rectangle 4"/>
            <p:cNvSpPr/>
            <p:nvPr/>
          </p:nvSpPr>
          <p:spPr>
            <a:xfrm>
              <a:off x="2230920" y="6488280"/>
              <a:ext cx="8753400" cy="214920"/>
            </a:xfrm>
            <a:prstGeom prst="rect">
              <a:avLst/>
            </a:prstGeom>
            <a:noFill/>
            <a:ln w="12700">
              <a:noFill/>
            </a:ln>
          </p:spPr>
          <p:style>
            <a:lnRef idx="0"/>
            <a:fillRef idx="0"/>
            <a:effectRef idx="0"/>
            <a:fontRef idx="minor"/>
          </p:style>
          <p:txBody>
            <a:bodyPr lIns="0" rIns="0" tIns="0" bIns="0" anchor="t">
              <a:spAutoFit/>
            </a:bodyPr>
            <a:p>
              <a:pPr algn="ctr" defTabSz="457200">
                <a:lnSpc>
                  <a:spcPct val="100000"/>
                </a:lnSpc>
              </a:pPr>
              <a:r>
                <a:rPr lang="es-ES_tradnl" sz="1400" b="0" u="none" strike="noStrike">
                  <a:solidFill>
                    <a:srgbClr val="ffffff"/>
                  </a:solidFill>
                  <a:effectLst/>
                  <a:uFillTx/>
                  <a:latin typeface="Arial"/>
                  <a:ea typeface="Arial"/>
                </a:rPr>
                <a:t>Prácticas Académicas Externas</a:t>
              </a:r>
              <a:endParaRPr lang="es-ES" sz="1400" b="0" u="none" strike="noStrike">
                <a:solidFill>
                  <a:srgbClr val="000000"/>
                </a:solidFill>
                <a:effectLst/>
                <a:uFillTx/>
                <a:latin typeface="Arial"/>
              </a:endParaRPr>
            </a:p>
          </p:txBody>
        </p:sp>
        <p:pic>
          <p:nvPicPr>
            <p:cNvPr id="28" name="Picture 5" descr="logoblanco.png"/>
            <p:cNvPicPr/>
            <p:nvPr/>
          </p:nvPicPr>
          <p:blipFill>
            <a:blip r:embed="rId2"/>
            <a:stretch/>
          </p:blipFill>
          <p:spPr>
            <a:xfrm>
              <a:off x="75240" y="6381360"/>
              <a:ext cx="1627200" cy="386280"/>
            </a:xfrm>
            <a:prstGeom prst="rect">
              <a:avLst/>
            </a:prstGeom>
            <a:noFill/>
            <a:ln w="0">
              <a:noFill/>
            </a:ln>
          </p:spPr>
        </p:pic>
      </p:grpSp>
      <p:sp>
        <p:nvSpPr>
          <p:cNvPr id="29" name="PlaceHolder 1"/>
          <p:cNvSpPr>
            <a:spLocks noGrp="1"/>
          </p:cNvSpPr>
          <p:nvPr>
            <p:ph type="title"/>
          </p:nvPr>
        </p:nvSpPr>
        <p:spPr>
          <a:xfrm>
            <a:off x="609480" y="274680"/>
            <a:ext cx="10971720" cy="1141920"/>
          </a:xfrm>
          <a:prstGeom prst="rect">
            <a:avLst/>
          </a:prstGeom>
          <a:noFill/>
          <a:ln w="0">
            <a:noFill/>
          </a:ln>
        </p:spPr>
        <p:txBody>
          <a:bodyPr lIns="90000" rIns="90000" tIns="45000" bIns="45000" anchor="t">
            <a:noAutofit/>
          </a:bodyPr>
          <a:p>
            <a:pPr indent="0" defTabSz="457200">
              <a:lnSpc>
                <a:spcPct val="100000"/>
              </a:lnSpc>
              <a:buNone/>
              <a:tabLst>
                <a:tab algn="l" pos="0"/>
              </a:tabLst>
            </a:pPr>
            <a:r>
              <a:rPr lang="es-ES_tradnl" sz="4000" b="0" u="none" strike="noStrike">
                <a:solidFill>
                  <a:srgbClr val="ffffff"/>
                </a:solidFill>
                <a:effectLst/>
                <a:uFillTx/>
                <a:latin typeface="Arial Narrow"/>
                <a:ea typeface="Arial Narrow"/>
              </a:rPr>
              <a:t>Clic para editar título</a:t>
            </a:r>
            <a:endParaRPr lang="es-ES" sz="4000" b="0" u="none" strike="noStrike">
              <a:solidFill>
                <a:srgbClr val="000000"/>
              </a:solidFill>
              <a:effectLst/>
              <a:uFillTx/>
              <a:latin typeface="Arial"/>
            </a:endParaRPr>
          </a:p>
        </p:txBody>
      </p:sp>
      <p:sp>
        <p:nvSpPr>
          <p:cNvPr id="30" name="PlaceHolder 2"/>
          <p:cNvSpPr>
            <a:spLocks noGrp="1"/>
          </p:cNvSpPr>
          <p:nvPr>
            <p:ph type="body"/>
          </p:nvPr>
        </p:nvSpPr>
        <p:spPr>
          <a:xfrm>
            <a:off x="609480" y="1535040"/>
            <a:ext cx="5385960" cy="638640"/>
          </a:xfrm>
          <a:prstGeom prst="rect">
            <a:avLst/>
          </a:prstGeom>
          <a:noFill/>
          <a:ln w="0">
            <a:noFill/>
          </a:ln>
        </p:spPr>
        <p:txBody>
          <a:bodyPr lIns="90000" rIns="90000" tIns="45000" bIns="45000" anchor="b">
            <a:noAutofit/>
          </a:bodyPr>
          <a:p>
            <a:pPr indent="0" defTabSz="457200">
              <a:lnSpc>
                <a:spcPct val="100000"/>
              </a:lnSpc>
              <a:spcBef>
                <a:spcPts val="400"/>
              </a:spcBef>
              <a:buNone/>
              <a:tabLst>
                <a:tab algn="l" pos="0"/>
              </a:tabLst>
            </a:pPr>
            <a:r>
              <a:rPr lang="es-ES_tradnl" sz="2400" b="1" u="none" strike="noStrike">
                <a:solidFill>
                  <a:srgbClr val="666666"/>
                </a:solidFill>
                <a:effectLst/>
                <a:uFillTx/>
                <a:latin typeface="Arial"/>
                <a:ea typeface="Arial"/>
              </a:rPr>
              <a:t>Haga clic para modificar el estilo de texto del patrón</a:t>
            </a:r>
            <a:endParaRPr lang="es-ES" sz="2400" b="0" u="none" strike="noStrike">
              <a:solidFill>
                <a:srgbClr val="000000"/>
              </a:solidFill>
              <a:effectLst/>
              <a:uFillTx/>
              <a:latin typeface="Arial"/>
            </a:endParaRPr>
          </a:p>
        </p:txBody>
      </p:sp>
      <p:sp>
        <p:nvSpPr>
          <p:cNvPr id="31" name="PlaceHolder 3"/>
          <p:cNvSpPr>
            <a:spLocks noGrp="1"/>
          </p:cNvSpPr>
          <p:nvPr>
            <p:ph type="body"/>
          </p:nvPr>
        </p:nvSpPr>
        <p:spPr>
          <a:xfrm>
            <a:off x="609480" y="2174760"/>
            <a:ext cx="5385960" cy="3950280"/>
          </a:xfrm>
          <a:prstGeom prst="rect">
            <a:avLst/>
          </a:prstGeom>
          <a:noFill/>
          <a:ln w="12600">
            <a:noFill/>
          </a:ln>
        </p:spPr>
        <p:txBody>
          <a:bodyPr numCol="1" spcCol="0" lIns="0" rIns="0" tIns="0" bIns="0" anchor="ctr">
            <a:noAutofit/>
          </a:bodyPr>
          <a:p>
            <a:pPr marL="343080" indent="-343080" algn="r" defTabSz="457200">
              <a:lnSpc>
                <a:spcPct val="100000"/>
              </a:lnSpc>
              <a:spcBef>
                <a:spcPts val="400"/>
              </a:spcBef>
              <a:buClr>
                <a:srgbClr val="ffffff"/>
              </a:buClr>
              <a:buFont typeface="Arial"/>
              <a:buChar char="•"/>
            </a:pPr>
            <a:r>
              <a:rPr lang="es-ES_tradnl" sz="2400" b="0" u="none" strike="noStrike">
                <a:solidFill>
                  <a:srgbClr val="ffffff"/>
                </a:solidFill>
                <a:effectLst/>
                <a:uFillTx/>
                <a:latin typeface="Arial"/>
                <a:ea typeface="Arial"/>
              </a:rPr>
              <a:t>Haga clic para modificar el estilo de texto del patrón</a:t>
            </a:r>
            <a:endParaRPr lang="es-ES" sz="2400" b="0" u="none" strike="noStrike">
              <a:solidFill>
                <a:srgbClr val="000000"/>
              </a:solidFill>
              <a:effectLst/>
              <a:uFillTx/>
              <a:latin typeface="Arial"/>
            </a:endParaRPr>
          </a:p>
          <a:p>
            <a:pPr marL="743040" lvl="1" indent="-285840" defTabSz="457200">
              <a:lnSpc>
                <a:spcPct val="100000"/>
              </a:lnSpc>
              <a:spcBef>
                <a:spcPts val="400"/>
              </a:spcBef>
              <a:buClr>
                <a:srgbClr val="666666"/>
              </a:buClr>
              <a:buFont typeface="Arial"/>
              <a:buChar char="–"/>
            </a:pPr>
            <a:r>
              <a:rPr lang="es-ES_tradnl" sz="2000" b="0" u="none" strike="noStrike">
                <a:solidFill>
                  <a:srgbClr val="666666"/>
                </a:solidFill>
                <a:effectLst/>
                <a:uFillTx/>
                <a:latin typeface="Arial"/>
                <a:ea typeface="Arial"/>
              </a:rPr>
              <a:t>Segundo nivel</a:t>
            </a:r>
            <a:endParaRPr lang="es-ES" sz="2000" b="0" u="none" strike="noStrike">
              <a:solidFill>
                <a:srgbClr val="000000"/>
              </a:solidFill>
              <a:effectLst/>
              <a:uFillTx/>
              <a:latin typeface="Arial"/>
            </a:endParaRPr>
          </a:p>
          <a:p>
            <a:pPr marL="1143000" lvl="2" indent="-228600" defTabSz="457200">
              <a:lnSpc>
                <a:spcPct val="100000"/>
              </a:lnSpc>
              <a:spcBef>
                <a:spcPts val="400"/>
              </a:spcBef>
              <a:buClr>
                <a:srgbClr val="666666"/>
              </a:buClr>
              <a:buFont typeface="Arial"/>
              <a:buChar char="•"/>
            </a:pPr>
            <a:r>
              <a:rPr lang="es-ES_tradnl" sz="1800" b="0" u="none" strike="noStrike">
                <a:solidFill>
                  <a:srgbClr val="666666"/>
                </a:solidFill>
                <a:effectLst/>
                <a:uFillTx/>
                <a:latin typeface="Arial"/>
                <a:ea typeface="Arial"/>
              </a:rPr>
              <a:t>Tercer nivel</a:t>
            </a:r>
            <a:endParaRPr lang="es-ES" sz="1800" b="0" u="none" strike="noStrike">
              <a:solidFill>
                <a:srgbClr val="000000"/>
              </a:solidFill>
              <a:effectLst/>
              <a:uFillTx/>
              <a:latin typeface="Arial"/>
            </a:endParaRPr>
          </a:p>
          <a:p>
            <a:pPr marL="1600200" lvl="3" indent="-228600" defTabSz="457200">
              <a:lnSpc>
                <a:spcPct val="100000"/>
              </a:lnSpc>
              <a:spcBef>
                <a:spcPts val="400"/>
              </a:spcBef>
              <a:buClr>
                <a:srgbClr val="666666"/>
              </a:buClr>
              <a:buFont typeface="Arial"/>
              <a:buChar char="–"/>
            </a:pPr>
            <a:r>
              <a:rPr lang="es-ES_tradnl" sz="1600" b="0" u="none" strike="noStrike">
                <a:solidFill>
                  <a:srgbClr val="666666"/>
                </a:solidFill>
                <a:effectLst/>
                <a:uFillTx/>
                <a:latin typeface="Arial"/>
                <a:ea typeface="Arial"/>
              </a:rPr>
              <a:t>Cuarto nivel</a:t>
            </a:r>
            <a:endParaRPr lang="es-ES" sz="1600" b="0" u="none" strike="noStrike">
              <a:solidFill>
                <a:srgbClr val="000000"/>
              </a:solidFill>
              <a:effectLst/>
              <a:uFillTx/>
              <a:latin typeface="Arial"/>
            </a:endParaRPr>
          </a:p>
          <a:p>
            <a:pPr marL="2057400" lvl="4" indent="-228600" defTabSz="457200">
              <a:lnSpc>
                <a:spcPct val="100000"/>
              </a:lnSpc>
              <a:spcBef>
                <a:spcPts val="400"/>
              </a:spcBef>
              <a:buClr>
                <a:srgbClr val="666666"/>
              </a:buClr>
              <a:buFont typeface="Arial"/>
              <a:buChar char="»"/>
            </a:pPr>
            <a:r>
              <a:rPr lang="es-ES_tradnl" sz="1600" b="0" u="none" strike="noStrike">
                <a:solidFill>
                  <a:srgbClr val="666666"/>
                </a:solidFill>
                <a:effectLst/>
                <a:uFillTx/>
                <a:latin typeface="Arial"/>
                <a:ea typeface="Arial"/>
              </a:rPr>
              <a:t>Quinto nivel</a:t>
            </a:r>
            <a:endParaRPr lang="es-ES" sz="1600" b="0" u="none" strike="noStrike">
              <a:solidFill>
                <a:srgbClr val="000000"/>
              </a:solidFill>
              <a:effectLst/>
              <a:uFillTx/>
              <a:latin typeface="Arial"/>
            </a:endParaRPr>
          </a:p>
        </p:txBody>
      </p:sp>
      <p:sp>
        <p:nvSpPr>
          <p:cNvPr id="32" name="PlaceHolder 4"/>
          <p:cNvSpPr>
            <a:spLocks noGrp="1"/>
          </p:cNvSpPr>
          <p:nvPr>
            <p:ph type="body"/>
          </p:nvPr>
        </p:nvSpPr>
        <p:spPr>
          <a:xfrm>
            <a:off x="6193440" y="1535040"/>
            <a:ext cx="5388120" cy="638640"/>
          </a:xfrm>
          <a:prstGeom prst="rect">
            <a:avLst/>
          </a:prstGeom>
          <a:noFill/>
          <a:ln w="0">
            <a:noFill/>
          </a:ln>
        </p:spPr>
        <p:txBody>
          <a:bodyPr lIns="90000" rIns="90000" tIns="45000" bIns="45000" anchor="b">
            <a:noAutofit/>
          </a:bodyPr>
          <a:p>
            <a:pPr indent="0" defTabSz="457200">
              <a:lnSpc>
                <a:spcPct val="100000"/>
              </a:lnSpc>
              <a:spcBef>
                <a:spcPts val="400"/>
              </a:spcBef>
              <a:buNone/>
              <a:tabLst>
                <a:tab algn="l" pos="0"/>
              </a:tabLst>
            </a:pPr>
            <a:r>
              <a:rPr lang="es-ES_tradnl" sz="2400" b="1" u="none" strike="noStrike">
                <a:solidFill>
                  <a:srgbClr val="666666"/>
                </a:solidFill>
                <a:effectLst/>
                <a:uFillTx/>
                <a:latin typeface="Arial"/>
                <a:ea typeface="Arial"/>
              </a:rPr>
              <a:t>Haga clic para modificar el estilo de texto del patrón</a:t>
            </a:r>
            <a:endParaRPr lang="es-ES" sz="2400" b="0" u="none" strike="noStrike">
              <a:solidFill>
                <a:srgbClr val="000000"/>
              </a:solidFill>
              <a:effectLst/>
              <a:uFillTx/>
              <a:latin typeface="Arial"/>
            </a:endParaRPr>
          </a:p>
        </p:txBody>
      </p:sp>
      <p:sp>
        <p:nvSpPr>
          <p:cNvPr id="33" name="PlaceHolder 5"/>
          <p:cNvSpPr>
            <a:spLocks noGrp="1"/>
          </p:cNvSpPr>
          <p:nvPr>
            <p:ph type="body"/>
          </p:nvPr>
        </p:nvSpPr>
        <p:spPr>
          <a:xfrm>
            <a:off x="6193440" y="2174760"/>
            <a:ext cx="5388120" cy="3950280"/>
          </a:xfrm>
          <a:prstGeom prst="rect">
            <a:avLst/>
          </a:prstGeom>
          <a:noFill/>
          <a:ln w="0">
            <a:noFill/>
          </a:ln>
        </p:spPr>
        <p:txBody>
          <a:bodyPr lIns="90000" rIns="90000" tIns="45000" bIns="45000" anchor="t">
            <a:noAutofit/>
          </a:bodyPr>
          <a:p>
            <a:pPr marL="343080" indent="-343080" defTabSz="457200">
              <a:lnSpc>
                <a:spcPct val="100000"/>
              </a:lnSpc>
              <a:spcBef>
                <a:spcPts val="400"/>
              </a:spcBef>
              <a:buClr>
                <a:srgbClr val="666666"/>
              </a:buClr>
              <a:buFont typeface="Arial"/>
              <a:buChar char="•"/>
            </a:pPr>
            <a:r>
              <a:rPr lang="es-ES_tradnl" sz="2400" b="0" u="none" strike="noStrike">
                <a:solidFill>
                  <a:srgbClr val="666666"/>
                </a:solidFill>
                <a:effectLst/>
                <a:uFillTx/>
                <a:latin typeface="Arial"/>
                <a:ea typeface="Arial"/>
              </a:rPr>
              <a:t>Haga clic para modificar el estilo de texto del patrón</a:t>
            </a:r>
            <a:endParaRPr lang="es-ES" sz="2400" b="0" u="none" strike="noStrike">
              <a:solidFill>
                <a:srgbClr val="000000"/>
              </a:solidFill>
              <a:effectLst/>
              <a:uFillTx/>
              <a:latin typeface="Arial"/>
            </a:endParaRPr>
          </a:p>
          <a:p>
            <a:pPr marL="743040" lvl="1" indent="-285840" defTabSz="457200">
              <a:lnSpc>
                <a:spcPct val="100000"/>
              </a:lnSpc>
              <a:spcBef>
                <a:spcPts val="400"/>
              </a:spcBef>
              <a:buClr>
                <a:srgbClr val="666666"/>
              </a:buClr>
              <a:buFont typeface="Arial"/>
              <a:buChar char="–"/>
            </a:pPr>
            <a:r>
              <a:rPr lang="es-ES_tradnl" sz="2000" b="0" u="none" strike="noStrike">
                <a:solidFill>
                  <a:srgbClr val="666666"/>
                </a:solidFill>
                <a:effectLst/>
                <a:uFillTx/>
                <a:latin typeface="Arial"/>
                <a:ea typeface="Arial"/>
              </a:rPr>
              <a:t>Segundo nivel</a:t>
            </a:r>
            <a:endParaRPr lang="es-ES" sz="2000" b="0" u="none" strike="noStrike">
              <a:solidFill>
                <a:srgbClr val="000000"/>
              </a:solidFill>
              <a:effectLst/>
              <a:uFillTx/>
              <a:latin typeface="Arial"/>
            </a:endParaRPr>
          </a:p>
          <a:p>
            <a:pPr marL="1143000" lvl="2" indent="-228600" defTabSz="457200">
              <a:lnSpc>
                <a:spcPct val="100000"/>
              </a:lnSpc>
              <a:spcBef>
                <a:spcPts val="400"/>
              </a:spcBef>
              <a:buClr>
                <a:srgbClr val="666666"/>
              </a:buClr>
              <a:buFont typeface="Arial"/>
              <a:buChar char="•"/>
            </a:pPr>
            <a:r>
              <a:rPr lang="es-ES_tradnl" sz="1800" b="0" u="none" strike="noStrike">
                <a:solidFill>
                  <a:srgbClr val="666666"/>
                </a:solidFill>
                <a:effectLst/>
                <a:uFillTx/>
                <a:latin typeface="Arial"/>
                <a:ea typeface="Arial"/>
              </a:rPr>
              <a:t>Tercer nivel</a:t>
            </a:r>
            <a:endParaRPr lang="es-ES" sz="1800" b="0" u="none" strike="noStrike">
              <a:solidFill>
                <a:srgbClr val="000000"/>
              </a:solidFill>
              <a:effectLst/>
              <a:uFillTx/>
              <a:latin typeface="Arial"/>
            </a:endParaRPr>
          </a:p>
          <a:p>
            <a:pPr marL="1600200" lvl="3" indent="-228600" defTabSz="457200">
              <a:lnSpc>
                <a:spcPct val="100000"/>
              </a:lnSpc>
              <a:spcBef>
                <a:spcPts val="400"/>
              </a:spcBef>
              <a:buClr>
                <a:srgbClr val="666666"/>
              </a:buClr>
              <a:buFont typeface="Arial"/>
              <a:buChar char="–"/>
            </a:pPr>
            <a:r>
              <a:rPr lang="es-ES_tradnl" sz="1600" b="0" u="none" strike="noStrike">
                <a:solidFill>
                  <a:srgbClr val="666666"/>
                </a:solidFill>
                <a:effectLst/>
                <a:uFillTx/>
                <a:latin typeface="Arial"/>
                <a:ea typeface="Arial"/>
              </a:rPr>
              <a:t>Cuarto nivel</a:t>
            </a:r>
            <a:endParaRPr lang="es-ES" sz="1600" b="0" u="none" strike="noStrike">
              <a:solidFill>
                <a:srgbClr val="000000"/>
              </a:solidFill>
              <a:effectLst/>
              <a:uFillTx/>
              <a:latin typeface="Arial"/>
            </a:endParaRPr>
          </a:p>
          <a:p>
            <a:pPr marL="2057400" lvl="4" indent="-228600" defTabSz="457200">
              <a:lnSpc>
                <a:spcPct val="100000"/>
              </a:lnSpc>
              <a:spcBef>
                <a:spcPts val="400"/>
              </a:spcBef>
              <a:buClr>
                <a:srgbClr val="666666"/>
              </a:buClr>
              <a:buFont typeface="Arial"/>
              <a:buChar char="»"/>
            </a:pPr>
            <a:r>
              <a:rPr lang="es-ES_tradnl" sz="1600" b="0" u="none" strike="noStrike">
                <a:solidFill>
                  <a:srgbClr val="666666"/>
                </a:solidFill>
                <a:effectLst/>
                <a:uFillTx/>
                <a:latin typeface="Arial"/>
                <a:ea typeface="Arial"/>
              </a:rPr>
              <a:t>Quinto nivel</a:t>
            </a:r>
            <a:endParaRPr lang="es-ES" sz="1600" b="0" u="none" strike="noStrik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Sólo el título">
    <p:bg>
      <p:bgPr>
        <a:solidFill>
          <a:srgbClr val="ffffff"/>
        </a:solidFill>
      </p:bgPr>
    </p:bg>
    <p:spTree>
      <p:nvGrpSpPr>
        <p:cNvPr id="1" name=""/>
        <p:cNvGrpSpPr/>
        <p:nvPr/>
      </p:nvGrpSpPr>
      <p:grpSpPr>
        <a:xfrm>
          <a:off x="0" y="0"/>
          <a:ext cx="0" cy="0"/>
          <a:chOff x="0" y="0"/>
          <a:chExt cx="0" cy="0"/>
        </a:xfrm>
      </p:grpSpPr>
      <p:grpSp>
        <p:nvGrpSpPr>
          <p:cNvPr id="34" name="Group 1"/>
          <p:cNvGrpSpPr/>
          <p:nvPr/>
        </p:nvGrpSpPr>
        <p:grpSpPr>
          <a:xfrm>
            <a:off x="0" y="6381360"/>
            <a:ext cx="12199320" cy="483480"/>
            <a:chOff x="0" y="6381360"/>
            <a:chExt cx="12199320" cy="483480"/>
          </a:xfrm>
        </p:grpSpPr>
        <p:sp>
          <p:nvSpPr>
            <p:cNvPr id="35" name="Rectangle 2"/>
            <p:cNvSpPr/>
            <p:nvPr/>
          </p:nvSpPr>
          <p:spPr>
            <a:xfrm>
              <a:off x="0" y="6402240"/>
              <a:ext cx="12199320" cy="462600"/>
            </a:xfrm>
            <a:prstGeom prst="rect">
              <a:avLst/>
            </a:prstGeom>
            <a:solidFill>
              <a:srgbClr val="0098cd"/>
            </a:solidFill>
            <a:ln w="12700">
              <a:noFill/>
            </a:ln>
          </p:spPr>
          <p:style>
            <a:lnRef idx="0"/>
            <a:fillRef idx="0"/>
            <a:effectRef idx="0"/>
            <a:fontRef idx="minor"/>
          </p:style>
          <p:txBody>
            <a:bodyPr lIns="0" rIns="0" tIns="0" bIns="0" anchor="ctr">
              <a:noAutofit/>
            </a:bodyPr>
            <a:p>
              <a:pPr algn="ctr" defTabSz="457200">
                <a:lnSpc>
                  <a:spcPct val="100000"/>
                </a:lnSpc>
              </a:pPr>
              <a:endParaRPr lang="es-ES" sz="1800" b="0" u="none" strike="noStrike">
                <a:solidFill>
                  <a:srgbClr val="ffffff"/>
                </a:solidFill>
                <a:effectLst/>
                <a:uFillTx/>
                <a:latin typeface="Arial"/>
                <a:ea typeface="Arial"/>
              </a:endParaRPr>
            </a:p>
          </p:txBody>
        </p:sp>
        <p:sp>
          <p:nvSpPr>
            <p:cNvPr id="36" name="Line 3"/>
            <p:cNvSpPr/>
            <p:nvPr/>
          </p:nvSpPr>
          <p:spPr>
            <a:xfrm flipV="1">
              <a:off x="11269080" y="6529320"/>
              <a:ext cx="2160" cy="136800"/>
            </a:xfrm>
            <a:prstGeom prst="line">
              <a:avLst/>
            </a:prstGeom>
            <a:ln w="9525">
              <a:solidFill>
                <a:srgbClr val="ffffff"/>
              </a:solidFill>
              <a:round/>
            </a:ln>
          </p:spPr>
          <p:style>
            <a:lnRef idx="0"/>
            <a:fillRef idx="0"/>
            <a:effectRef idx="0"/>
            <a:fontRef idx="minor"/>
          </p:style>
          <p:txBody>
            <a:bodyPr lIns="0" rIns="0" tIns="0" bIns="0" anchor="t">
              <a:noAutofit/>
            </a:bodyPr>
            <a:p>
              <a:endParaRPr lang="es-ES" sz="1800" b="0" u="none" strike="noStrike">
                <a:solidFill>
                  <a:srgbClr val="535353"/>
                </a:solidFill>
                <a:effectLst/>
                <a:uFillTx/>
                <a:latin typeface="Arial"/>
                <a:ea typeface="Arial"/>
              </a:endParaRPr>
            </a:p>
          </p:txBody>
        </p:sp>
        <p:sp>
          <p:nvSpPr>
            <p:cNvPr id="37" name="Rectangle 4"/>
            <p:cNvSpPr/>
            <p:nvPr/>
          </p:nvSpPr>
          <p:spPr>
            <a:xfrm>
              <a:off x="2230920" y="6488280"/>
              <a:ext cx="8753400" cy="214920"/>
            </a:xfrm>
            <a:prstGeom prst="rect">
              <a:avLst/>
            </a:prstGeom>
            <a:noFill/>
            <a:ln w="12700">
              <a:noFill/>
            </a:ln>
          </p:spPr>
          <p:style>
            <a:lnRef idx="0"/>
            <a:fillRef idx="0"/>
            <a:effectRef idx="0"/>
            <a:fontRef idx="minor"/>
          </p:style>
          <p:txBody>
            <a:bodyPr lIns="0" rIns="0" tIns="0" bIns="0" anchor="t">
              <a:spAutoFit/>
            </a:bodyPr>
            <a:p>
              <a:pPr algn="ctr" defTabSz="457200">
                <a:lnSpc>
                  <a:spcPct val="100000"/>
                </a:lnSpc>
              </a:pPr>
              <a:r>
                <a:rPr lang="es-ES_tradnl" sz="1400" b="0" u="none" strike="noStrike">
                  <a:solidFill>
                    <a:srgbClr val="ffffff"/>
                  </a:solidFill>
                  <a:effectLst/>
                  <a:uFillTx/>
                  <a:latin typeface="Arial"/>
                  <a:ea typeface="Arial"/>
                </a:rPr>
                <a:t>Prácticas Académicas Externas</a:t>
              </a:r>
              <a:endParaRPr lang="es-ES" sz="1400" b="0" u="none" strike="noStrike">
                <a:solidFill>
                  <a:srgbClr val="000000"/>
                </a:solidFill>
                <a:effectLst/>
                <a:uFillTx/>
                <a:latin typeface="Arial"/>
              </a:endParaRPr>
            </a:p>
          </p:txBody>
        </p:sp>
        <p:pic>
          <p:nvPicPr>
            <p:cNvPr id="38" name="Picture 5" descr="logoblanco.png"/>
            <p:cNvPicPr/>
            <p:nvPr/>
          </p:nvPicPr>
          <p:blipFill>
            <a:blip r:embed="rId2"/>
            <a:stretch/>
          </p:blipFill>
          <p:spPr>
            <a:xfrm>
              <a:off x="75240" y="6381360"/>
              <a:ext cx="1627200" cy="386280"/>
            </a:xfrm>
            <a:prstGeom prst="rect">
              <a:avLst/>
            </a:prstGeom>
            <a:noFill/>
            <a:ln w="0">
              <a:noFill/>
            </a:ln>
          </p:spPr>
        </p:pic>
      </p:grpSp>
      <p:sp>
        <p:nvSpPr>
          <p:cNvPr id="39" name="PlaceHolder 1"/>
          <p:cNvSpPr>
            <a:spLocks noGrp="1"/>
          </p:cNvSpPr>
          <p:nvPr>
            <p:ph type="title"/>
          </p:nvPr>
        </p:nvSpPr>
        <p:spPr>
          <a:xfrm>
            <a:off x="609480" y="274680"/>
            <a:ext cx="10971720" cy="1141920"/>
          </a:xfrm>
          <a:prstGeom prst="rect">
            <a:avLst/>
          </a:prstGeom>
          <a:noFill/>
          <a:ln w="0">
            <a:noFill/>
          </a:ln>
        </p:spPr>
        <p:txBody>
          <a:bodyPr lIns="90000" rIns="90000" tIns="45000" bIns="45000" anchor="t">
            <a:noAutofit/>
          </a:bodyPr>
          <a:p>
            <a:pPr indent="0" defTabSz="457200">
              <a:lnSpc>
                <a:spcPct val="100000"/>
              </a:lnSpc>
              <a:buNone/>
              <a:tabLst>
                <a:tab algn="l" pos="0"/>
              </a:tabLst>
            </a:pPr>
            <a:r>
              <a:rPr lang="es-ES_tradnl" sz="4000" b="0" u="none" strike="noStrike">
                <a:solidFill>
                  <a:srgbClr val="ffffff"/>
                </a:solidFill>
                <a:effectLst/>
                <a:uFillTx/>
                <a:latin typeface="Arial Narrow"/>
                <a:ea typeface="Arial Narrow"/>
              </a:rPr>
              <a:t>Clic para editar título</a:t>
            </a:r>
            <a:endParaRPr lang="es-ES" sz="4000" b="0" u="none" strike="noStrik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n blanco">
    <p:bg>
      <p:bgPr>
        <a:solidFill>
          <a:srgbClr val="ffffff"/>
        </a:solidFill>
      </p:bgPr>
    </p:bg>
    <p:spTree>
      <p:nvGrpSpPr>
        <p:cNvPr id="1" name=""/>
        <p:cNvGrpSpPr/>
        <p:nvPr/>
      </p:nvGrpSpPr>
      <p:grpSpPr>
        <a:xfrm>
          <a:off x="0" y="0"/>
          <a:ext cx="0" cy="0"/>
          <a:chOff x="0" y="0"/>
          <a:chExt cx="0" cy="0"/>
        </a:xfrm>
      </p:grpSpPr>
      <p:grpSp>
        <p:nvGrpSpPr>
          <p:cNvPr id="40" name="Group 1"/>
          <p:cNvGrpSpPr/>
          <p:nvPr/>
        </p:nvGrpSpPr>
        <p:grpSpPr>
          <a:xfrm>
            <a:off x="0" y="6381360"/>
            <a:ext cx="12199320" cy="483480"/>
            <a:chOff x="0" y="6381360"/>
            <a:chExt cx="12199320" cy="483480"/>
          </a:xfrm>
        </p:grpSpPr>
        <p:sp>
          <p:nvSpPr>
            <p:cNvPr id="41" name="Rectangle 2"/>
            <p:cNvSpPr/>
            <p:nvPr/>
          </p:nvSpPr>
          <p:spPr>
            <a:xfrm>
              <a:off x="0" y="6402240"/>
              <a:ext cx="12199320" cy="462600"/>
            </a:xfrm>
            <a:prstGeom prst="rect">
              <a:avLst/>
            </a:prstGeom>
            <a:solidFill>
              <a:srgbClr val="0098cd"/>
            </a:solidFill>
            <a:ln w="12700">
              <a:noFill/>
            </a:ln>
          </p:spPr>
          <p:style>
            <a:lnRef idx="0"/>
            <a:fillRef idx="0"/>
            <a:effectRef idx="0"/>
            <a:fontRef idx="minor"/>
          </p:style>
          <p:txBody>
            <a:bodyPr lIns="0" rIns="0" tIns="0" bIns="0" anchor="ctr">
              <a:noAutofit/>
            </a:bodyPr>
            <a:p>
              <a:pPr algn="ctr" defTabSz="457200">
                <a:lnSpc>
                  <a:spcPct val="100000"/>
                </a:lnSpc>
              </a:pPr>
              <a:endParaRPr lang="es-ES" sz="1800" b="0" u="none" strike="noStrike">
                <a:solidFill>
                  <a:srgbClr val="ffffff"/>
                </a:solidFill>
                <a:effectLst/>
                <a:uFillTx/>
                <a:latin typeface="Arial"/>
                <a:ea typeface="Arial"/>
              </a:endParaRPr>
            </a:p>
          </p:txBody>
        </p:sp>
        <p:sp>
          <p:nvSpPr>
            <p:cNvPr id="42" name="Line 3"/>
            <p:cNvSpPr/>
            <p:nvPr/>
          </p:nvSpPr>
          <p:spPr>
            <a:xfrm flipV="1">
              <a:off x="11269080" y="6529320"/>
              <a:ext cx="2160" cy="136800"/>
            </a:xfrm>
            <a:prstGeom prst="line">
              <a:avLst/>
            </a:prstGeom>
            <a:ln w="9525">
              <a:solidFill>
                <a:srgbClr val="ffffff"/>
              </a:solidFill>
              <a:round/>
            </a:ln>
          </p:spPr>
          <p:style>
            <a:lnRef idx="0"/>
            <a:fillRef idx="0"/>
            <a:effectRef idx="0"/>
            <a:fontRef idx="minor"/>
          </p:style>
          <p:txBody>
            <a:bodyPr lIns="0" rIns="0" tIns="0" bIns="0" anchor="t">
              <a:noAutofit/>
            </a:bodyPr>
            <a:p>
              <a:endParaRPr lang="es-ES" sz="1800" b="0" u="none" strike="noStrike">
                <a:solidFill>
                  <a:srgbClr val="535353"/>
                </a:solidFill>
                <a:effectLst/>
                <a:uFillTx/>
                <a:latin typeface="Arial"/>
                <a:ea typeface="Arial"/>
              </a:endParaRPr>
            </a:p>
          </p:txBody>
        </p:sp>
        <p:sp>
          <p:nvSpPr>
            <p:cNvPr id="43" name="Rectangle 4"/>
            <p:cNvSpPr/>
            <p:nvPr/>
          </p:nvSpPr>
          <p:spPr>
            <a:xfrm>
              <a:off x="2230920" y="6488280"/>
              <a:ext cx="8753400" cy="214920"/>
            </a:xfrm>
            <a:prstGeom prst="rect">
              <a:avLst/>
            </a:prstGeom>
            <a:noFill/>
            <a:ln w="12700">
              <a:noFill/>
            </a:ln>
          </p:spPr>
          <p:style>
            <a:lnRef idx="0"/>
            <a:fillRef idx="0"/>
            <a:effectRef idx="0"/>
            <a:fontRef idx="minor"/>
          </p:style>
          <p:txBody>
            <a:bodyPr lIns="0" rIns="0" tIns="0" bIns="0" anchor="t">
              <a:spAutoFit/>
            </a:bodyPr>
            <a:p>
              <a:pPr algn="ctr" defTabSz="457200">
                <a:lnSpc>
                  <a:spcPct val="100000"/>
                </a:lnSpc>
              </a:pPr>
              <a:r>
                <a:rPr lang="es-ES_tradnl" sz="1400" b="0" u="none" strike="noStrike">
                  <a:solidFill>
                    <a:srgbClr val="ffffff"/>
                  </a:solidFill>
                  <a:effectLst/>
                  <a:uFillTx/>
                  <a:latin typeface="Arial"/>
                  <a:ea typeface="Arial"/>
                </a:rPr>
                <a:t>Prácticas Académicas Externas</a:t>
              </a:r>
              <a:endParaRPr lang="es-ES" sz="1400" b="0" u="none" strike="noStrike">
                <a:solidFill>
                  <a:srgbClr val="000000"/>
                </a:solidFill>
                <a:effectLst/>
                <a:uFillTx/>
                <a:latin typeface="Arial"/>
              </a:endParaRPr>
            </a:p>
          </p:txBody>
        </p:sp>
        <p:pic>
          <p:nvPicPr>
            <p:cNvPr id="44" name="Picture 5" descr="logoblanco.png"/>
            <p:cNvPicPr/>
            <p:nvPr/>
          </p:nvPicPr>
          <p:blipFill>
            <a:blip r:embed="rId2"/>
            <a:stretch/>
          </p:blipFill>
          <p:spPr>
            <a:xfrm>
              <a:off x="75240" y="6381360"/>
              <a:ext cx="1627200" cy="386280"/>
            </a:xfrm>
            <a:prstGeom prst="rect">
              <a:avLst/>
            </a:prstGeom>
            <a:noFill/>
            <a:ln w="0">
              <a:noFill/>
            </a:ln>
          </p:spPr>
        </p:pic>
      </p:gr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ido con título">
    <p:bg>
      <p:bgPr>
        <a:solidFill>
          <a:srgbClr val="ffffff"/>
        </a:solidFill>
      </p:bgPr>
    </p:bg>
    <p:spTree>
      <p:nvGrpSpPr>
        <p:cNvPr id="1" name=""/>
        <p:cNvGrpSpPr/>
        <p:nvPr/>
      </p:nvGrpSpPr>
      <p:grpSpPr>
        <a:xfrm>
          <a:off x="0" y="0"/>
          <a:ext cx="0" cy="0"/>
          <a:chOff x="0" y="0"/>
          <a:chExt cx="0" cy="0"/>
        </a:xfrm>
      </p:grpSpPr>
      <p:grpSp>
        <p:nvGrpSpPr>
          <p:cNvPr id="45" name="Group 1"/>
          <p:cNvGrpSpPr/>
          <p:nvPr/>
        </p:nvGrpSpPr>
        <p:grpSpPr>
          <a:xfrm>
            <a:off x="0" y="6381360"/>
            <a:ext cx="12199320" cy="483480"/>
            <a:chOff x="0" y="6381360"/>
            <a:chExt cx="12199320" cy="483480"/>
          </a:xfrm>
        </p:grpSpPr>
        <p:sp>
          <p:nvSpPr>
            <p:cNvPr id="46" name="Rectangle 2"/>
            <p:cNvSpPr/>
            <p:nvPr/>
          </p:nvSpPr>
          <p:spPr>
            <a:xfrm>
              <a:off x="0" y="6402240"/>
              <a:ext cx="12199320" cy="462600"/>
            </a:xfrm>
            <a:prstGeom prst="rect">
              <a:avLst/>
            </a:prstGeom>
            <a:solidFill>
              <a:srgbClr val="0098cd"/>
            </a:solidFill>
            <a:ln w="12700">
              <a:noFill/>
            </a:ln>
          </p:spPr>
          <p:style>
            <a:lnRef idx="0"/>
            <a:fillRef idx="0"/>
            <a:effectRef idx="0"/>
            <a:fontRef idx="minor"/>
          </p:style>
          <p:txBody>
            <a:bodyPr lIns="0" rIns="0" tIns="0" bIns="0" anchor="ctr">
              <a:noAutofit/>
            </a:bodyPr>
            <a:p>
              <a:pPr algn="ctr" defTabSz="457200">
                <a:lnSpc>
                  <a:spcPct val="100000"/>
                </a:lnSpc>
              </a:pPr>
              <a:endParaRPr lang="es-ES" sz="1800" b="0" u="none" strike="noStrike">
                <a:solidFill>
                  <a:srgbClr val="ffffff"/>
                </a:solidFill>
                <a:effectLst/>
                <a:uFillTx/>
                <a:latin typeface="Arial"/>
                <a:ea typeface="Arial"/>
              </a:endParaRPr>
            </a:p>
          </p:txBody>
        </p:sp>
        <p:sp>
          <p:nvSpPr>
            <p:cNvPr id="47" name="Line 3"/>
            <p:cNvSpPr/>
            <p:nvPr/>
          </p:nvSpPr>
          <p:spPr>
            <a:xfrm flipV="1">
              <a:off x="11269080" y="6529320"/>
              <a:ext cx="2160" cy="136800"/>
            </a:xfrm>
            <a:prstGeom prst="line">
              <a:avLst/>
            </a:prstGeom>
            <a:ln w="9525">
              <a:solidFill>
                <a:srgbClr val="ffffff"/>
              </a:solidFill>
              <a:round/>
            </a:ln>
          </p:spPr>
          <p:style>
            <a:lnRef idx="0"/>
            <a:fillRef idx="0"/>
            <a:effectRef idx="0"/>
            <a:fontRef idx="minor"/>
          </p:style>
          <p:txBody>
            <a:bodyPr lIns="0" rIns="0" tIns="0" bIns="0" anchor="t">
              <a:noAutofit/>
            </a:bodyPr>
            <a:p>
              <a:endParaRPr lang="es-ES" sz="1800" b="0" u="none" strike="noStrike">
                <a:solidFill>
                  <a:srgbClr val="535353"/>
                </a:solidFill>
                <a:effectLst/>
                <a:uFillTx/>
                <a:latin typeface="Arial"/>
                <a:ea typeface="Arial"/>
              </a:endParaRPr>
            </a:p>
          </p:txBody>
        </p:sp>
        <p:sp>
          <p:nvSpPr>
            <p:cNvPr id="48" name="Rectangle 4"/>
            <p:cNvSpPr/>
            <p:nvPr/>
          </p:nvSpPr>
          <p:spPr>
            <a:xfrm>
              <a:off x="2230920" y="6488280"/>
              <a:ext cx="8753400" cy="214920"/>
            </a:xfrm>
            <a:prstGeom prst="rect">
              <a:avLst/>
            </a:prstGeom>
            <a:noFill/>
            <a:ln w="12700">
              <a:noFill/>
            </a:ln>
          </p:spPr>
          <p:style>
            <a:lnRef idx="0"/>
            <a:fillRef idx="0"/>
            <a:effectRef idx="0"/>
            <a:fontRef idx="minor"/>
          </p:style>
          <p:txBody>
            <a:bodyPr lIns="0" rIns="0" tIns="0" bIns="0" anchor="t">
              <a:spAutoFit/>
            </a:bodyPr>
            <a:p>
              <a:pPr algn="ctr" defTabSz="457200">
                <a:lnSpc>
                  <a:spcPct val="100000"/>
                </a:lnSpc>
              </a:pPr>
              <a:r>
                <a:rPr lang="es-ES_tradnl" sz="1400" b="0" u="none" strike="noStrike">
                  <a:solidFill>
                    <a:srgbClr val="ffffff"/>
                  </a:solidFill>
                  <a:effectLst/>
                  <a:uFillTx/>
                  <a:latin typeface="Arial"/>
                  <a:ea typeface="Arial"/>
                </a:rPr>
                <a:t>Prácticas Académicas Externas</a:t>
              </a:r>
              <a:endParaRPr lang="es-ES" sz="1400" b="0" u="none" strike="noStrike">
                <a:solidFill>
                  <a:srgbClr val="000000"/>
                </a:solidFill>
                <a:effectLst/>
                <a:uFillTx/>
                <a:latin typeface="Arial"/>
              </a:endParaRPr>
            </a:p>
          </p:txBody>
        </p:sp>
        <p:pic>
          <p:nvPicPr>
            <p:cNvPr id="49" name="Picture 5" descr="logoblanco.png"/>
            <p:cNvPicPr/>
            <p:nvPr/>
          </p:nvPicPr>
          <p:blipFill>
            <a:blip r:embed="rId2"/>
            <a:stretch/>
          </p:blipFill>
          <p:spPr>
            <a:xfrm>
              <a:off x="75240" y="6381360"/>
              <a:ext cx="1627200" cy="386280"/>
            </a:xfrm>
            <a:prstGeom prst="rect">
              <a:avLst/>
            </a:prstGeom>
            <a:noFill/>
            <a:ln w="0">
              <a:noFill/>
            </a:ln>
          </p:spPr>
        </p:pic>
      </p:grpSp>
      <p:sp>
        <p:nvSpPr>
          <p:cNvPr id="50" name="PlaceHolder 1"/>
          <p:cNvSpPr>
            <a:spLocks noGrp="1"/>
          </p:cNvSpPr>
          <p:nvPr>
            <p:ph type="title"/>
          </p:nvPr>
        </p:nvSpPr>
        <p:spPr>
          <a:xfrm>
            <a:off x="609480" y="272880"/>
            <a:ext cx="4010040" cy="1161000"/>
          </a:xfrm>
          <a:prstGeom prst="rect">
            <a:avLst/>
          </a:prstGeom>
          <a:noFill/>
          <a:ln w="0">
            <a:noFill/>
          </a:ln>
        </p:spPr>
        <p:txBody>
          <a:bodyPr lIns="90000" rIns="90000" tIns="45000" bIns="45000" anchor="b">
            <a:noAutofit/>
          </a:bodyPr>
          <a:p>
            <a:pPr indent="0" defTabSz="457200">
              <a:lnSpc>
                <a:spcPct val="100000"/>
              </a:lnSpc>
              <a:buNone/>
              <a:tabLst>
                <a:tab algn="l" pos="0"/>
              </a:tabLst>
            </a:pPr>
            <a:r>
              <a:rPr lang="es-ES_tradnl" sz="2000" b="1" u="none" strike="noStrike">
                <a:solidFill>
                  <a:srgbClr val="ffffff"/>
                </a:solidFill>
                <a:effectLst/>
                <a:uFillTx/>
                <a:latin typeface="Arial Narrow"/>
                <a:ea typeface="Arial Narrow"/>
              </a:rPr>
              <a:t>Clic para editar título</a:t>
            </a:r>
            <a:endParaRPr lang="es-ES" sz="2000" b="0" u="none" strike="noStrike">
              <a:solidFill>
                <a:srgbClr val="000000"/>
              </a:solidFill>
              <a:effectLst/>
              <a:uFillTx/>
              <a:latin typeface="Arial"/>
            </a:endParaRPr>
          </a:p>
        </p:txBody>
      </p:sp>
      <p:sp>
        <p:nvSpPr>
          <p:cNvPr id="51" name="PlaceHolder 2"/>
          <p:cNvSpPr>
            <a:spLocks noGrp="1"/>
          </p:cNvSpPr>
          <p:nvPr>
            <p:ph type="body"/>
          </p:nvPr>
        </p:nvSpPr>
        <p:spPr>
          <a:xfrm>
            <a:off x="4766760" y="272880"/>
            <a:ext cx="6814440" cy="5852160"/>
          </a:xfrm>
          <a:prstGeom prst="rect">
            <a:avLst/>
          </a:prstGeom>
          <a:noFill/>
          <a:ln w="0">
            <a:noFill/>
          </a:ln>
        </p:spPr>
        <p:txBody>
          <a:bodyPr lIns="90000" rIns="90000" tIns="45000" bIns="45000" anchor="t">
            <a:noAutofit/>
          </a:bodyPr>
          <a:p>
            <a:pPr marL="343080" indent="-343080" defTabSz="457200">
              <a:lnSpc>
                <a:spcPct val="100000"/>
              </a:lnSpc>
              <a:spcBef>
                <a:spcPts val="400"/>
              </a:spcBef>
              <a:buClr>
                <a:srgbClr val="666666"/>
              </a:buClr>
              <a:buFont typeface="Arial"/>
              <a:buChar char="•"/>
            </a:pPr>
            <a:r>
              <a:rPr lang="es-ES_tradnl" sz="3200" b="0" u="none" strike="noStrike">
                <a:solidFill>
                  <a:srgbClr val="666666"/>
                </a:solidFill>
                <a:effectLst/>
                <a:uFillTx/>
                <a:latin typeface="Arial"/>
                <a:ea typeface="Arial"/>
              </a:rPr>
              <a:t>Haga clic para modificar el estilo de texto del patrón</a:t>
            </a:r>
            <a:endParaRPr lang="es-ES" sz="3200" b="0" u="none" strike="noStrike">
              <a:solidFill>
                <a:srgbClr val="000000"/>
              </a:solidFill>
              <a:effectLst/>
              <a:uFillTx/>
              <a:latin typeface="Arial"/>
            </a:endParaRPr>
          </a:p>
          <a:p>
            <a:pPr marL="743040" lvl="1" indent="-285840" defTabSz="457200">
              <a:lnSpc>
                <a:spcPct val="100000"/>
              </a:lnSpc>
              <a:spcBef>
                <a:spcPts val="400"/>
              </a:spcBef>
              <a:buClr>
                <a:srgbClr val="666666"/>
              </a:buClr>
              <a:buFont typeface="Arial"/>
              <a:buChar char="–"/>
            </a:pPr>
            <a:r>
              <a:rPr lang="es-ES_tradnl" sz="2800" b="0" u="none" strike="noStrike">
                <a:solidFill>
                  <a:srgbClr val="666666"/>
                </a:solidFill>
                <a:effectLst/>
                <a:uFillTx/>
                <a:latin typeface="Arial"/>
                <a:ea typeface="Arial"/>
              </a:rPr>
              <a:t>Segundo nivel</a:t>
            </a:r>
            <a:endParaRPr lang="es-ES" sz="2800" b="0" u="none" strike="noStrike">
              <a:solidFill>
                <a:srgbClr val="000000"/>
              </a:solidFill>
              <a:effectLst/>
              <a:uFillTx/>
              <a:latin typeface="Arial"/>
            </a:endParaRPr>
          </a:p>
          <a:p>
            <a:pPr marL="1143000" lvl="2" indent="-228600" defTabSz="457200">
              <a:lnSpc>
                <a:spcPct val="100000"/>
              </a:lnSpc>
              <a:spcBef>
                <a:spcPts val="400"/>
              </a:spcBef>
              <a:buClr>
                <a:srgbClr val="666666"/>
              </a:buClr>
              <a:buFont typeface="Arial"/>
              <a:buChar char="•"/>
            </a:pPr>
            <a:r>
              <a:rPr lang="es-ES_tradnl" sz="2400" b="0" u="none" strike="noStrike">
                <a:solidFill>
                  <a:srgbClr val="666666"/>
                </a:solidFill>
                <a:effectLst/>
                <a:uFillTx/>
                <a:latin typeface="Arial"/>
                <a:ea typeface="Arial"/>
              </a:rPr>
              <a:t>Tercer nivel</a:t>
            </a:r>
            <a:endParaRPr lang="es-ES" sz="2400" b="0" u="none" strike="noStrike">
              <a:solidFill>
                <a:srgbClr val="000000"/>
              </a:solidFill>
              <a:effectLst/>
              <a:uFillTx/>
              <a:latin typeface="Arial"/>
            </a:endParaRPr>
          </a:p>
          <a:p>
            <a:pPr marL="1600200" lvl="3" indent="-228600" defTabSz="457200">
              <a:lnSpc>
                <a:spcPct val="100000"/>
              </a:lnSpc>
              <a:spcBef>
                <a:spcPts val="400"/>
              </a:spcBef>
              <a:buClr>
                <a:srgbClr val="666666"/>
              </a:buClr>
              <a:buFont typeface="Arial"/>
              <a:buChar char="–"/>
            </a:pPr>
            <a:r>
              <a:rPr lang="es-ES_tradnl" sz="2000" b="0" u="none" strike="noStrike">
                <a:solidFill>
                  <a:srgbClr val="666666"/>
                </a:solidFill>
                <a:effectLst/>
                <a:uFillTx/>
                <a:latin typeface="Arial"/>
                <a:ea typeface="Arial"/>
              </a:rPr>
              <a:t>Cuarto nivel</a:t>
            </a:r>
            <a:endParaRPr lang="es-ES" sz="2000" b="0" u="none" strike="noStrike">
              <a:solidFill>
                <a:srgbClr val="000000"/>
              </a:solidFill>
              <a:effectLst/>
              <a:uFillTx/>
              <a:latin typeface="Arial"/>
            </a:endParaRPr>
          </a:p>
          <a:p>
            <a:pPr marL="2057400" lvl="4" indent="-228600" defTabSz="457200">
              <a:lnSpc>
                <a:spcPct val="100000"/>
              </a:lnSpc>
              <a:spcBef>
                <a:spcPts val="400"/>
              </a:spcBef>
              <a:buClr>
                <a:srgbClr val="666666"/>
              </a:buClr>
              <a:buFont typeface="Arial"/>
              <a:buChar char="»"/>
            </a:pPr>
            <a:r>
              <a:rPr lang="es-ES_tradnl" sz="2000" b="0" u="none" strike="noStrike">
                <a:solidFill>
                  <a:srgbClr val="666666"/>
                </a:solidFill>
                <a:effectLst/>
                <a:uFillTx/>
                <a:latin typeface="Arial"/>
                <a:ea typeface="Arial"/>
              </a:rPr>
              <a:t>Quinto nivel</a:t>
            </a:r>
            <a:endParaRPr lang="es-ES" sz="2000" b="0" u="none" strike="noStrike">
              <a:solidFill>
                <a:srgbClr val="000000"/>
              </a:solidFill>
              <a:effectLst/>
              <a:uFillTx/>
              <a:latin typeface="Arial"/>
            </a:endParaRPr>
          </a:p>
        </p:txBody>
      </p:sp>
      <p:sp>
        <p:nvSpPr>
          <p:cNvPr id="52" name="PlaceHolder 3"/>
          <p:cNvSpPr>
            <a:spLocks noGrp="1"/>
          </p:cNvSpPr>
          <p:nvPr>
            <p:ph type="body"/>
          </p:nvPr>
        </p:nvSpPr>
        <p:spPr>
          <a:xfrm>
            <a:off x="609480" y="1434960"/>
            <a:ext cx="4010040" cy="4690080"/>
          </a:xfrm>
          <a:prstGeom prst="rect">
            <a:avLst/>
          </a:prstGeom>
          <a:noFill/>
          <a:ln w="0">
            <a:noFill/>
          </a:ln>
        </p:spPr>
        <p:txBody>
          <a:bodyPr lIns="90000" rIns="90000" tIns="45000" bIns="45000" anchor="t">
            <a:noAutofit/>
          </a:bodyPr>
          <a:p>
            <a:pPr indent="0" defTabSz="457200">
              <a:lnSpc>
                <a:spcPct val="100000"/>
              </a:lnSpc>
              <a:spcBef>
                <a:spcPts val="400"/>
              </a:spcBef>
              <a:buNone/>
              <a:tabLst>
                <a:tab algn="l" pos="0"/>
              </a:tabLst>
            </a:pPr>
            <a:r>
              <a:rPr lang="es-ES_tradnl" sz="1400" b="0" u="none" strike="noStrike">
                <a:solidFill>
                  <a:srgbClr val="666666"/>
                </a:solidFill>
                <a:effectLst/>
                <a:uFillTx/>
                <a:latin typeface="Arial"/>
                <a:ea typeface="Arial"/>
              </a:rPr>
              <a:t>Haga clic para modificar el estilo de texto del patrón</a:t>
            </a:r>
            <a:endParaRPr lang="es-ES" sz="1400" b="0" u="none" strike="noStrike">
              <a:solidFill>
                <a:srgbClr val="000000"/>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n con título">
    <p:bg>
      <p:bgPr>
        <a:solidFill>
          <a:srgbClr val="ffffff"/>
        </a:solidFill>
      </p:bgPr>
    </p:bg>
    <p:spTree>
      <p:nvGrpSpPr>
        <p:cNvPr id="1" name=""/>
        <p:cNvGrpSpPr/>
        <p:nvPr/>
      </p:nvGrpSpPr>
      <p:grpSpPr>
        <a:xfrm>
          <a:off x="0" y="0"/>
          <a:ext cx="0" cy="0"/>
          <a:chOff x="0" y="0"/>
          <a:chExt cx="0" cy="0"/>
        </a:xfrm>
      </p:grpSpPr>
      <p:grpSp>
        <p:nvGrpSpPr>
          <p:cNvPr id="53" name="Group 1"/>
          <p:cNvGrpSpPr/>
          <p:nvPr/>
        </p:nvGrpSpPr>
        <p:grpSpPr>
          <a:xfrm>
            <a:off x="0" y="6381360"/>
            <a:ext cx="12199320" cy="483480"/>
            <a:chOff x="0" y="6381360"/>
            <a:chExt cx="12199320" cy="483480"/>
          </a:xfrm>
        </p:grpSpPr>
        <p:sp>
          <p:nvSpPr>
            <p:cNvPr id="54" name="Rectangle 2"/>
            <p:cNvSpPr/>
            <p:nvPr/>
          </p:nvSpPr>
          <p:spPr>
            <a:xfrm>
              <a:off x="0" y="6402240"/>
              <a:ext cx="12199320" cy="462600"/>
            </a:xfrm>
            <a:prstGeom prst="rect">
              <a:avLst/>
            </a:prstGeom>
            <a:solidFill>
              <a:srgbClr val="0098cd"/>
            </a:solidFill>
            <a:ln w="12700">
              <a:noFill/>
            </a:ln>
          </p:spPr>
          <p:style>
            <a:lnRef idx="0"/>
            <a:fillRef idx="0"/>
            <a:effectRef idx="0"/>
            <a:fontRef idx="minor"/>
          </p:style>
          <p:txBody>
            <a:bodyPr lIns="0" rIns="0" tIns="0" bIns="0" anchor="ctr">
              <a:noAutofit/>
            </a:bodyPr>
            <a:p>
              <a:pPr algn="ctr" defTabSz="457200">
                <a:lnSpc>
                  <a:spcPct val="100000"/>
                </a:lnSpc>
              </a:pPr>
              <a:endParaRPr lang="es-ES" sz="1800" b="0" u="none" strike="noStrike">
                <a:solidFill>
                  <a:srgbClr val="ffffff"/>
                </a:solidFill>
                <a:effectLst/>
                <a:uFillTx/>
                <a:latin typeface="Arial"/>
                <a:ea typeface="Arial"/>
              </a:endParaRPr>
            </a:p>
          </p:txBody>
        </p:sp>
        <p:sp>
          <p:nvSpPr>
            <p:cNvPr id="55" name="Line 3"/>
            <p:cNvSpPr/>
            <p:nvPr/>
          </p:nvSpPr>
          <p:spPr>
            <a:xfrm flipV="1">
              <a:off x="11269080" y="6529320"/>
              <a:ext cx="2160" cy="136800"/>
            </a:xfrm>
            <a:prstGeom prst="line">
              <a:avLst/>
            </a:prstGeom>
            <a:ln w="9525">
              <a:solidFill>
                <a:srgbClr val="ffffff"/>
              </a:solidFill>
              <a:round/>
            </a:ln>
          </p:spPr>
          <p:style>
            <a:lnRef idx="0"/>
            <a:fillRef idx="0"/>
            <a:effectRef idx="0"/>
            <a:fontRef idx="minor"/>
          </p:style>
          <p:txBody>
            <a:bodyPr lIns="0" rIns="0" tIns="0" bIns="0" anchor="t">
              <a:noAutofit/>
            </a:bodyPr>
            <a:p>
              <a:endParaRPr lang="es-ES" sz="1800" b="0" u="none" strike="noStrike">
                <a:solidFill>
                  <a:srgbClr val="535353"/>
                </a:solidFill>
                <a:effectLst/>
                <a:uFillTx/>
                <a:latin typeface="Arial"/>
                <a:ea typeface="Arial"/>
              </a:endParaRPr>
            </a:p>
          </p:txBody>
        </p:sp>
        <p:sp>
          <p:nvSpPr>
            <p:cNvPr id="56" name="Rectangle 4"/>
            <p:cNvSpPr/>
            <p:nvPr/>
          </p:nvSpPr>
          <p:spPr>
            <a:xfrm>
              <a:off x="2230920" y="6488280"/>
              <a:ext cx="8753400" cy="214920"/>
            </a:xfrm>
            <a:prstGeom prst="rect">
              <a:avLst/>
            </a:prstGeom>
            <a:noFill/>
            <a:ln w="12700">
              <a:noFill/>
            </a:ln>
          </p:spPr>
          <p:style>
            <a:lnRef idx="0"/>
            <a:fillRef idx="0"/>
            <a:effectRef idx="0"/>
            <a:fontRef idx="minor"/>
          </p:style>
          <p:txBody>
            <a:bodyPr lIns="0" rIns="0" tIns="0" bIns="0" anchor="t">
              <a:spAutoFit/>
            </a:bodyPr>
            <a:p>
              <a:pPr algn="ctr" defTabSz="457200">
                <a:lnSpc>
                  <a:spcPct val="100000"/>
                </a:lnSpc>
              </a:pPr>
              <a:r>
                <a:rPr lang="es-ES_tradnl" sz="1400" b="0" u="none" strike="noStrike">
                  <a:solidFill>
                    <a:srgbClr val="ffffff"/>
                  </a:solidFill>
                  <a:effectLst/>
                  <a:uFillTx/>
                  <a:latin typeface="Arial"/>
                  <a:ea typeface="Arial"/>
                </a:rPr>
                <a:t>Prácticas Académicas Externas</a:t>
              </a:r>
              <a:endParaRPr lang="es-ES" sz="1400" b="0" u="none" strike="noStrike">
                <a:solidFill>
                  <a:srgbClr val="000000"/>
                </a:solidFill>
                <a:effectLst/>
                <a:uFillTx/>
                <a:latin typeface="Arial"/>
              </a:endParaRPr>
            </a:p>
          </p:txBody>
        </p:sp>
        <p:pic>
          <p:nvPicPr>
            <p:cNvPr id="57" name="Picture 5" descr="logoblanco.png"/>
            <p:cNvPicPr/>
            <p:nvPr/>
          </p:nvPicPr>
          <p:blipFill>
            <a:blip r:embed="rId2"/>
            <a:stretch/>
          </p:blipFill>
          <p:spPr>
            <a:xfrm>
              <a:off x="75240" y="6381360"/>
              <a:ext cx="1627200" cy="386280"/>
            </a:xfrm>
            <a:prstGeom prst="rect">
              <a:avLst/>
            </a:prstGeom>
            <a:noFill/>
            <a:ln w="0">
              <a:noFill/>
            </a:ln>
          </p:spPr>
        </p:pic>
      </p:grpSp>
      <p:sp>
        <p:nvSpPr>
          <p:cNvPr id="58" name="PlaceHolder 1"/>
          <p:cNvSpPr>
            <a:spLocks noGrp="1"/>
          </p:cNvSpPr>
          <p:nvPr>
            <p:ph type="title"/>
          </p:nvPr>
        </p:nvSpPr>
        <p:spPr>
          <a:xfrm>
            <a:off x="2389680" y="4800600"/>
            <a:ext cx="7314120" cy="565560"/>
          </a:xfrm>
          <a:prstGeom prst="rect">
            <a:avLst/>
          </a:prstGeom>
          <a:noFill/>
          <a:ln w="0">
            <a:noFill/>
          </a:ln>
        </p:spPr>
        <p:txBody>
          <a:bodyPr lIns="90000" rIns="90000" tIns="45000" bIns="45000" anchor="b">
            <a:noAutofit/>
          </a:bodyPr>
          <a:p>
            <a:pPr indent="0" defTabSz="457200">
              <a:lnSpc>
                <a:spcPct val="100000"/>
              </a:lnSpc>
              <a:buNone/>
              <a:tabLst>
                <a:tab algn="l" pos="0"/>
              </a:tabLst>
            </a:pPr>
            <a:r>
              <a:rPr lang="es-ES_tradnl" sz="2000" b="1" u="none" strike="noStrike">
                <a:solidFill>
                  <a:srgbClr val="ffffff"/>
                </a:solidFill>
                <a:effectLst/>
                <a:uFillTx/>
                <a:latin typeface="Arial Narrow"/>
                <a:ea typeface="Arial Narrow"/>
              </a:rPr>
              <a:t>Clic para editar título</a:t>
            </a:r>
            <a:endParaRPr lang="es-ES" sz="2000" b="0" u="none" strike="noStrike">
              <a:solidFill>
                <a:srgbClr val="000000"/>
              </a:solidFill>
              <a:effectLst/>
              <a:uFillTx/>
              <a:latin typeface="Arial"/>
            </a:endParaRPr>
          </a:p>
        </p:txBody>
      </p:sp>
      <p:sp>
        <p:nvSpPr>
          <p:cNvPr id="59" name="PlaceHolder 2"/>
          <p:cNvSpPr>
            <a:spLocks noGrp="1"/>
          </p:cNvSpPr>
          <p:nvPr>
            <p:ph type="body"/>
          </p:nvPr>
        </p:nvSpPr>
        <p:spPr>
          <a:xfrm>
            <a:off x="2389680" y="612720"/>
            <a:ext cx="7314120" cy="4113720"/>
          </a:xfrm>
          <a:prstGeom prst="rect">
            <a:avLst/>
          </a:prstGeom>
          <a:noFill/>
          <a:ln w="0">
            <a:noFill/>
          </a:ln>
        </p:spPr>
        <p:txBody>
          <a:bodyPr lIns="90000" rIns="90000" tIns="45000" bIns="45000" anchor="t">
            <a:noAutofit/>
          </a:bodyPr>
          <a:p>
            <a:pPr marL="432000" indent="-324000">
              <a:lnSpc>
                <a:spcPct val="100000"/>
              </a:lnSpc>
              <a:spcBef>
                <a:spcPts val="1417"/>
              </a:spcBef>
              <a:buClr>
                <a:srgbClr val="000000"/>
              </a:buClr>
              <a:buSzPct val="45000"/>
              <a:buFont typeface="Wingdings" charset="2"/>
              <a:buChar char=""/>
            </a:pPr>
            <a:r>
              <a:rPr lang="es-ES_tradnl" sz="3200" b="0" u="none" strike="noStrike">
                <a:solidFill>
                  <a:srgbClr val="666666"/>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_tradnl" sz="3200" b="0" u="none" strike="noStrike">
                <a:solidFill>
                  <a:srgbClr val="666666"/>
                </a:solidFill>
                <a:effectLst/>
                <a:uFillTx/>
                <a:latin typeface="Arial"/>
              </a:rPr>
              <a:t>Segundo nivel del esquema</a:t>
            </a:r>
            <a:endParaRPr lang="es-ES" sz="32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_tradnl" sz="3200" b="0" u="none" strike="noStrike">
                <a:solidFill>
                  <a:srgbClr val="666666"/>
                </a:solidFill>
                <a:effectLst/>
                <a:uFillTx/>
                <a:latin typeface="Arial"/>
              </a:rPr>
              <a:t>Tercer nivel del esquema</a:t>
            </a:r>
            <a:endParaRPr lang="es-ES" sz="32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_tradnl" sz="3200" b="0" u="none" strike="noStrike">
                <a:solidFill>
                  <a:srgbClr val="666666"/>
                </a:solidFill>
                <a:effectLst/>
                <a:uFillTx/>
                <a:latin typeface="Arial"/>
              </a:rPr>
              <a:t>Cuarto nivel del esquema</a:t>
            </a:r>
            <a:endParaRPr lang="es-ES" sz="32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_tradnl" sz="3200" b="0" u="none" strike="noStrike">
                <a:solidFill>
                  <a:srgbClr val="666666"/>
                </a:solidFill>
                <a:effectLst/>
                <a:uFillTx/>
                <a:latin typeface="Arial"/>
              </a:rPr>
              <a:t>Quinto nivel del esquema</a:t>
            </a:r>
            <a:endParaRPr lang="es-ES" sz="32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_tradnl" sz="3200" b="0" u="none" strike="noStrike">
                <a:solidFill>
                  <a:srgbClr val="666666"/>
                </a:solidFill>
                <a:effectLst/>
                <a:uFillTx/>
                <a:latin typeface="Arial"/>
              </a:rPr>
              <a:t>Sexto nivel del esquema</a:t>
            </a:r>
            <a:endParaRPr lang="es-ES" sz="32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_tradnl" sz="3200" b="0" u="none" strike="noStrike">
                <a:solidFill>
                  <a:srgbClr val="666666"/>
                </a:solidFill>
                <a:effectLst/>
                <a:uFillTx/>
                <a:latin typeface="Arial"/>
              </a:rPr>
              <a:t>Séptimo nivel del esquema</a:t>
            </a:r>
            <a:endParaRPr lang="es-ES" sz="3200" b="0" u="none" strike="noStrike">
              <a:solidFill>
                <a:srgbClr val="000000"/>
              </a:solidFill>
              <a:effectLst/>
              <a:uFillTx/>
              <a:latin typeface="Arial"/>
            </a:endParaRPr>
          </a:p>
        </p:txBody>
      </p:sp>
      <p:sp>
        <p:nvSpPr>
          <p:cNvPr id="60" name="PlaceHolder 3"/>
          <p:cNvSpPr>
            <a:spLocks noGrp="1"/>
          </p:cNvSpPr>
          <p:nvPr>
            <p:ph type="body"/>
          </p:nvPr>
        </p:nvSpPr>
        <p:spPr>
          <a:xfrm>
            <a:off x="2389680" y="5367240"/>
            <a:ext cx="7314120" cy="803880"/>
          </a:xfrm>
          <a:prstGeom prst="rect">
            <a:avLst/>
          </a:prstGeom>
          <a:noFill/>
          <a:ln w="0">
            <a:noFill/>
          </a:ln>
        </p:spPr>
        <p:txBody>
          <a:bodyPr lIns="90000" rIns="90000" tIns="45000" bIns="45000" anchor="t">
            <a:noAutofit/>
          </a:bodyPr>
          <a:p>
            <a:pPr indent="0" defTabSz="457200">
              <a:lnSpc>
                <a:spcPct val="100000"/>
              </a:lnSpc>
              <a:spcBef>
                <a:spcPts val="400"/>
              </a:spcBef>
              <a:buNone/>
              <a:tabLst>
                <a:tab algn="l" pos="0"/>
              </a:tabLst>
            </a:pPr>
            <a:r>
              <a:rPr lang="es-ES_tradnl" sz="1400" b="0" u="none" strike="noStrike">
                <a:solidFill>
                  <a:srgbClr val="666666"/>
                </a:solidFill>
                <a:effectLst/>
                <a:uFillTx/>
                <a:latin typeface="Arial"/>
                <a:ea typeface="Arial"/>
              </a:rPr>
              <a:t>Haga clic para modificar el estilo de texto del patrón</a:t>
            </a:r>
            <a:endParaRPr lang="es-ES" sz="1400" b="0" u="none" strike="noStrike">
              <a:solidFill>
                <a:srgbClr val="000000"/>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iapositiva de título">
    <p:bg>
      <p:bgPr>
        <a:solidFill>
          <a:srgbClr val="ffffff"/>
        </a:solidFill>
      </p:bgPr>
    </p:bg>
    <p:spTree>
      <p:nvGrpSpPr>
        <p:cNvPr id="1" name=""/>
        <p:cNvGrpSpPr/>
        <p:nvPr/>
      </p:nvGrpSpPr>
      <p:grpSpPr>
        <a:xfrm>
          <a:off x="0" y="0"/>
          <a:ext cx="0" cy="0"/>
          <a:chOff x="0" y="0"/>
          <a:chExt cx="0" cy="0"/>
        </a:xfrm>
      </p:grpSpPr>
      <p:grpSp>
        <p:nvGrpSpPr>
          <p:cNvPr id="61" name="Group 1"/>
          <p:cNvGrpSpPr/>
          <p:nvPr/>
        </p:nvGrpSpPr>
        <p:grpSpPr>
          <a:xfrm>
            <a:off x="0" y="6381360"/>
            <a:ext cx="12199320" cy="483480"/>
            <a:chOff x="0" y="6381360"/>
            <a:chExt cx="12199320" cy="483480"/>
          </a:xfrm>
        </p:grpSpPr>
        <p:sp>
          <p:nvSpPr>
            <p:cNvPr id="62" name="Rectangle 2"/>
            <p:cNvSpPr/>
            <p:nvPr/>
          </p:nvSpPr>
          <p:spPr>
            <a:xfrm>
              <a:off x="0" y="6402240"/>
              <a:ext cx="12199320" cy="462600"/>
            </a:xfrm>
            <a:prstGeom prst="rect">
              <a:avLst/>
            </a:prstGeom>
            <a:solidFill>
              <a:srgbClr val="0098cd"/>
            </a:solidFill>
            <a:ln w="12700">
              <a:noFill/>
            </a:ln>
          </p:spPr>
          <p:style>
            <a:lnRef idx="0"/>
            <a:fillRef idx="0"/>
            <a:effectRef idx="0"/>
            <a:fontRef idx="minor"/>
          </p:style>
          <p:txBody>
            <a:bodyPr lIns="0" rIns="0" tIns="0" bIns="0" anchor="ctr">
              <a:noAutofit/>
            </a:bodyPr>
            <a:p>
              <a:pPr algn="ctr" defTabSz="457200">
                <a:lnSpc>
                  <a:spcPct val="100000"/>
                </a:lnSpc>
              </a:pPr>
              <a:endParaRPr lang="es-ES" sz="1800" b="0" u="none" strike="noStrike">
                <a:solidFill>
                  <a:srgbClr val="ffffff"/>
                </a:solidFill>
                <a:effectLst/>
                <a:uFillTx/>
                <a:latin typeface="Arial"/>
                <a:ea typeface="Arial"/>
              </a:endParaRPr>
            </a:p>
          </p:txBody>
        </p:sp>
        <p:sp>
          <p:nvSpPr>
            <p:cNvPr id="63" name="Line 3"/>
            <p:cNvSpPr/>
            <p:nvPr/>
          </p:nvSpPr>
          <p:spPr>
            <a:xfrm flipV="1">
              <a:off x="11269080" y="6529320"/>
              <a:ext cx="2160" cy="136800"/>
            </a:xfrm>
            <a:prstGeom prst="line">
              <a:avLst/>
            </a:prstGeom>
            <a:ln w="9525">
              <a:solidFill>
                <a:srgbClr val="ffffff"/>
              </a:solidFill>
              <a:round/>
            </a:ln>
          </p:spPr>
          <p:style>
            <a:lnRef idx="0"/>
            <a:fillRef idx="0"/>
            <a:effectRef idx="0"/>
            <a:fontRef idx="minor"/>
          </p:style>
          <p:txBody>
            <a:bodyPr lIns="0" rIns="0" tIns="0" bIns="0" anchor="t">
              <a:noAutofit/>
            </a:bodyPr>
            <a:p>
              <a:endParaRPr lang="es-ES" sz="1800" b="0" u="none" strike="noStrike">
                <a:solidFill>
                  <a:srgbClr val="535353"/>
                </a:solidFill>
                <a:effectLst/>
                <a:uFillTx/>
                <a:latin typeface="Arial"/>
                <a:ea typeface="Arial"/>
              </a:endParaRPr>
            </a:p>
          </p:txBody>
        </p:sp>
        <p:sp>
          <p:nvSpPr>
            <p:cNvPr id="64" name="Rectangle 4"/>
            <p:cNvSpPr/>
            <p:nvPr/>
          </p:nvSpPr>
          <p:spPr>
            <a:xfrm>
              <a:off x="2230920" y="6488280"/>
              <a:ext cx="8753400" cy="214920"/>
            </a:xfrm>
            <a:prstGeom prst="rect">
              <a:avLst/>
            </a:prstGeom>
            <a:noFill/>
            <a:ln w="12700">
              <a:noFill/>
            </a:ln>
          </p:spPr>
          <p:style>
            <a:lnRef idx="0"/>
            <a:fillRef idx="0"/>
            <a:effectRef idx="0"/>
            <a:fontRef idx="minor"/>
          </p:style>
          <p:txBody>
            <a:bodyPr lIns="0" rIns="0" tIns="0" bIns="0" anchor="t">
              <a:spAutoFit/>
            </a:bodyPr>
            <a:p>
              <a:pPr algn="ctr" defTabSz="457200">
                <a:lnSpc>
                  <a:spcPct val="100000"/>
                </a:lnSpc>
              </a:pPr>
              <a:r>
                <a:rPr lang="es-ES_tradnl" sz="1400" b="0" u="none" strike="noStrike">
                  <a:solidFill>
                    <a:srgbClr val="ffffff"/>
                  </a:solidFill>
                  <a:effectLst/>
                  <a:uFillTx/>
                  <a:latin typeface="Arial"/>
                  <a:ea typeface="Arial"/>
                </a:rPr>
                <a:t>Prácticas Académicas Externas</a:t>
              </a:r>
              <a:endParaRPr lang="es-ES" sz="1400" b="0" u="none" strike="noStrike">
                <a:solidFill>
                  <a:srgbClr val="000000"/>
                </a:solidFill>
                <a:effectLst/>
                <a:uFillTx/>
                <a:latin typeface="Arial"/>
              </a:endParaRPr>
            </a:p>
          </p:txBody>
        </p:sp>
        <p:pic>
          <p:nvPicPr>
            <p:cNvPr id="65" name="Picture 5" descr="logoblanco.png"/>
            <p:cNvPicPr/>
            <p:nvPr/>
          </p:nvPicPr>
          <p:blipFill>
            <a:blip r:embed="rId2"/>
            <a:stretch/>
          </p:blipFill>
          <p:spPr>
            <a:xfrm>
              <a:off x="75240" y="6381360"/>
              <a:ext cx="1627200" cy="386280"/>
            </a:xfrm>
            <a:prstGeom prst="rect">
              <a:avLst/>
            </a:prstGeom>
            <a:noFill/>
            <a:ln w="0">
              <a:noFill/>
            </a:ln>
          </p:spPr>
        </p:pic>
      </p:grpSp>
      <p:sp>
        <p:nvSpPr>
          <p:cNvPr id="66" name="PlaceHolder 1"/>
          <p:cNvSpPr>
            <a:spLocks noGrp="1"/>
          </p:cNvSpPr>
          <p:nvPr>
            <p:ph type="title"/>
          </p:nvPr>
        </p:nvSpPr>
        <p:spPr>
          <a:xfrm>
            <a:off x="914400" y="2130480"/>
            <a:ext cx="10362240" cy="1468800"/>
          </a:xfrm>
          <a:prstGeom prst="rect">
            <a:avLst/>
          </a:prstGeom>
          <a:noFill/>
          <a:ln w="0">
            <a:noFill/>
          </a:ln>
        </p:spPr>
        <p:txBody>
          <a:bodyPr lIns="90000" rIns="90000" tIns="45000" bIns="45000" anchor="t">
            <a:noAutofit/>
          </a:bodyPr>
          <a:p>
            <a:pPr indent="0" defTabSz="457200">
              <a:lnSpc>
                <a:spcPct val="100000"/>
              </a:lnSpc>
              <a:buNone/>
              <a:tabLst>
                <a:tab algn="l" pos="0"/>
              </a:tabLst>
            </a:pPr>
            <a:r>
              <a:rPr lang="es-ES_tradnl" sz="4000" b="0" u="none" strike="noStrike">
                <a:solidFill>
                  <a:srgbClr val="ffffff"/>
                </a:solidFill>
                <a:effectLst/>
                <a:uFillTx/>
                <a:latin typeface="Arial Narrow"/>
                <a:ea typeface="Arial Narrow"/>
              </a:rPr>
              <a:t>Clic para editar título</a:t>
            </a:r>
            <a:endParaRPr lang="es-ES" sz="4000" b="0" u="none" strike="noStrike">
              <a:solidFill>
                <a:srgbClr val="000000"/>
              </a:solidFill>
              <a:effectLst/>
              <a:uFillTx/>
              <a:latin typeface="Arial"/>
            </a:endParaRPr>
          </a:p>
        </p:txBody>
      </p:sp>
      <p:sp>
        <p:nvSpPr>
          <p:cNvPr id="67" name="PlaceHolder 2"/>
          <p:cNvSpPr>
            <a:spLocks noGrp="1"/>
          </p:cNvSpPr>
          <p:nvPr>
            <p:ph type="sldNum" idx="1"/>
          </p:nvPr>
        </p:nvSpPr>
        <p:spPr>
          <a:xfrm>
            <a:off x="11538000" y="6525360"/>
            <a:ext cx="362880" cy="3027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2A0754C3-06D3-4035-B3CA-47B131CCE39C}"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ítulo y texto vertical">
    <p:bg>
      <p:bgPr>
        <a:solidFill>
          <a:srgbClr val="ffffff"/>
        </a:solidFill>
      </p:bgPr>
    </p:bg>
    <p:spTree>
      <p:nvGrpSpPr>
        <p:cNvPr id="1" name=""/>
        <p:cNvGrpSpPr/>
        <p:nvPr/>
      </p:nvGrpSpPr>
      <p:grpSpPr>
        <a:xfrm>
          <a:off x="0" y="0"/>
          <a:ext cx="0" cy="0"/>
          <a:chOff x="0" y="0"/>
          <a:chExt cx="0" cy="0"/>
        </a:xfrm>
      </p:grpSpPr>
      <p:grpSp>
        <p:nvGrpSpPr>
          <p:cNvPr id="68" name="Group 1"/>
          <p:cNvGrpSpPr/>
          <p:nvPr/>
        </p:nvGrpSpPr>
        <p:grpSpPr>
          <a:xfrm>
            <a:off x="0" y="6381360"/>
            <a:ext cx="12199320" cy="483480"/>
            <a:chOff x="0" y="6381360"/>
            <a:chExt cx="12199320" cy="483480"/>
          </a:xfrm>
        </p:grpSpPr>
        <p:sp>
          <p:nvSpPr>
            <p:cNvPr id="69" name="Rectangle 2"/>
            <p:cNvSpPr/>
            <p:nvPr/>
          </p:nvSpPr>
          <p:spPr>
            <a:xfrm>
              <a:off x="0" y="6402240"/>
              <a:ext cx="12199320" cy="462600"/>
            </a:xfrm>
            <a:prstGeom prst="rect">
              <a:avLst/>
            </a:prstGeom>
            <a:solidFill>
              <a:srgbClr val="0098cd"/>
            </a:solidFill>
            <a:ln w="12700">
              <a:noFill/>
            </a:ln>
          </p:spPr>
          <p:style>
            <a:lnRef idx="0"/>
            <a:fillRef idx="0"/>
            <a:effectRef idx="0"/>
            <a:fontRef idx="minor"/>
          </p:style>
          <p:txBody>
            <a:bodyPr lIns="0" rIns="0" tIns="0" bIns="0" anchor="ctr">
              <a:noAutofit/>
            </a:bodyPr>
            <a:p>
              <a:pPr algn="ctr" defTabSz="457200">
                <a:lnSpc>
                  <a:spcPct val="100000"/>
                </a:lnSpc>
              </a:pPr>
              <a:endParaRPr lang="es-ES" sz="1800" b="0" u="none" strike="noStrike">
                <a:solidFill>
                  <a:srgbClr val="ffffff"/>
                </a:solidFill>
                <a:effectLst/>
                <a:uFillTx/>
                <a:latin typeface="Arial"/>
                <a:ea typeface="Arial"/>
              </a:endParaRPr>
            </a:p>
          </p:txBody>
        </p:sp>
        <p:sp>
          <p:nvSpPr>
            <p:cNvPr id="70" name="Line 3"/>
            <p:cNvSpPr/>
            <p:nvPr/>
          </p:nvSpPr>
          <p:spPr>
            <a:xfrm flipV="1">
              <a:off x="11269080" y="6529320"/>
              <a:ext cx="2160" cy="136800"/>
            </a:xfrm>
            <a:prstGeom prst="line">
              <a:avLst/>
            </a:prstGeom>
            <a:ln w="9525">
              <a:solidFill>
                <a:srgbClr val="ffffff"/>
              </a:solidFill>
              <a:round/>
            </a:ln>
          </p:spPr>
          <p:style>
            <a:lnRef idx="0"/>
            <a:fillRef idx="0"/>
            <a:effectRef idx="0"/>
            <a:fontRef idx="minor"/>
          </p:style>
          <p:txBody>
            <a:bodyPr lIns="0" rIns="0" tIns="0" bIns="0" anchor="t">
              <a:noAutofit/>
            </a:bodyPr>
            <a:p>
              <a:endParaRPr lang="es-ES" sz="1800" b="0" u="none" strike="noStrike">
                <a:solidFill>
                  <a:srgbClr val="535353"/>
                </a:solidFill>
                <a:effectLst/>
                <a:uFillTx/>
                <a:latin typeface="Arial"/>
                <a:ea typeface="Arial"/>
              </a:endParaRPr>
            </a:p>
          </p:txBody>
        </p:sp>
        <p:sp>
          <p:nvSpPr>
            <p:cNvPr id="71" name="Rectangle 4"/>
            <p:cNvSpPr/>
            <p:nvPr/>
          </p:nvSpPr>
          <p:spPr>
            <a:xfrm>
              <a:off x="2230920" y="6488280"/>
              <a:ext cx="8753400" cy="214920"/>
            </a:xfrm>
            <a:prstGeom prst="rect">
              <a:avLst/>
            </a:prstGeom>
            <a:noFill/>
            <a:ln w="12700">
              <a:noFill/>
            </a:ln>
          </p:spPr>
          <p:style>
            <a:lnRef idx="0"/>
            <a:fillRef idx="0"/>
            <a:effectRef idx="0"/>
            <a:fontRef idx="minor"/>
          </p:style>
          <p:txBody>
            <a:bodyPr lIns="0" rIns="0" tIns="0" bIns="0" anchor="t">
              <a:spAutoFit/>
            </a:bodyPr>
            <a:p>
              <a:pPr algn="ctr" defTabSz="457200">
                <a:lnSpc>
                  <a:spcPct val="100000"/>
                </a:lnSpc>
              </a:pPr>
              <a:r>
                <a:rPr lang="es-ES_tradnl" sz="1400" b="0" u="none" strike="noStrike">
                  <a:solidFill>
                    <a:srgbClr val="ffffff"/>
                  </a:solidFill>
                  <a:effectLst/>
                  <a:uFillTx/>
                  <a:latin typeface="Arial"/>
                  <a:ea typeface="Arial"/>
                </a:rPr>
                <a:t>Prácticas Académicas Externas</a:t>
              </a:r>
              <a:endParaRPr lang="es-ES" sz="1400" b="0" u="none" strike="noStrike">
                <a:solidFill>
                  <a:srgbClr val="000000"/>
                </a:solidFill>
                <a:effectLst/>
                <a:uFillTx/>
                <a:latin typeface="Arial"/>
              </a:endParaRPr>
            </a:p>
          </p:txBody>
        </p:sp>
        <p:pic>
          <p:nvPicPr>
            <p:cNvPr id="72" name="Picture 5" descr="logoblanco.png"/>
            <p:cNvPicPr/>
            <p:nvPr/>
          </p:nvPicPr>
          <p:blipFill>
            <a:blip r:embed="rId2"/>
            <a:stretch/>
          </p:blipFill>
          <p:spPr>
            <a:xfrm>
              <a:off x="75240" y="6381360"/>
              <a:ext cx="1627200" cy="386280"/>
            </a:xfrm>
            <a:prstGeom prst="rect">
              <a:avLst/>
            </a:prstGeom>
            <a:noFill/>
            <a:ln w="0">
              <a:noFill/>
            </a:ln>
          </p:spPr>
        </p:pic>
      </p:grpSp>
      <p:sp>
        <p:nvSpPr>
          <p:cNvPr id="73" name="PlaceHolder 1"/>
          <p:cNvSpPr>
            <a:spLocks noGrp="1"/>
          </p:cNvSpPr>
          <p:nvPr>
            <p:ph type="title"/>
          </p:nvPr>
        </p:nvSpPr>
        <p:spPr>
          <a:xfrm>
            <a:off x="609480" y="274680"/>
            <a:ext cx="10971720" cy="1141920"/>
          </a:xfrm>
          <a:prstGeom prst="rect">
            <a:avLst/>
          </a:prstGeom>
          <a:noFill/>
          <a:ln w="0">
            <a:noFill/>
          </a:ln>
        </p:spPr>
        <p:txBody>
          <a:bodyPr lIns="90000" rIns="90000" tIns="45000" bIns="45000" anchor="t">
            <a:noAutofit/>
          </a:bodyPr>
          <a:p>
            <a:pPr indent="0" defTabSz="457200">
              <a:lnSpc>
                <a:spcPct val="100000"/>
              </a:lnSpc>
              <a:buNone/>
              <a:tabLst>
                <a:tab algn="l" pos="0"/>
              </a:tabLst>
            </a:pPr>
            <a:r>
              <a:rPr lang="es-ES_tradnl" sz="4000" b="0" u="none" strike="noStrike">
                <a:solidFill>
                  <a:srgbClr val="ffffff"/>
                </a:solidFill>
                <a:effectLst/>
                <a:uFillTx/>
                <a:latin typeface="Arial Narrow"/>
                <a:ea typeface="Arial Narrow"/>
              </a:rPr>
              <a:t>Clic para editar título</a:t>
            </a:r>
            <a:endParaRPr lang="es-ES" sz="4000" b="0" u="none" strike="noStrike">
              <a:solidFill>
                <a:srgbClr val="000000"/>
              </a:solidFill>
              <a:effectLst/>
              <a:uFillTx/>
              <a:latin typeface="Arial"/>
            </a:endParaRPr>
          </a:p>
        </p:txBody>
      </p:sp>
      <p:sp>
        <p:nvSpPr>
          <p:cNvPr id="74" name="PlaceHolder 2"/>
          <p:cNvSpPr>
            <a:spLocks noGrp="1"/>
          </p:cNvSpPr>
          <p:nvPr>
            <p:ph type="body"/>
          </p:nvPr>
        </p:nvSpPr>
        <p:spPr>
          <a:xfrm>
            <a:off x="609480" y="1600200"/>
            <a:ext cx="10971720" cy="4524840"/>
          </a:xfrm>
          <a:prstGeom prst="rect">
            <a:avLst/>
          </a:prstGeom>
          <a:noFill/>
          <a:ln w="0">
            <a:noFill/>
          </a:ln>
        </p:spPr>
        <p:txBody>
          <a:bodyPr lIns="45000" rIns="45000" tIns="90000" bIns="90000" anchor="t" vert="eaVert">
            <a:noAutofit/>
          </a:bodyPr>
          <a:p>
            <a:pPr marL="343080" indent="-343080" defTabSz="457200">
              <a:lnSpc>
                <a:spcPct val="100000"/>
              </a:lnSpc>
              <a:spcBef>
                <a:spcPts val="400"/>
              </a:spcBef>
              <a:buClr>
                <a:srgbClr val="666666"/>
              </a:buClr>
              <a:buFont typeface="Arial"/>
              <a:buChar char="•"/>
            </a:pPr>
            <a:r>
              <a:rPr lang="es-ES_tradnl" sz="2000" b="0" u="none" strike="noStrike">
                <a:solidFill>
                  <a:srgbClr val="666666"/>
                </a:solidFill>
                <a:effectLst/>
                <a:uFillTx/>
                <a:latin typeface="Arial"/>
                <a:ea typeface="Arial"/>
              </a:rPr>
              <a:t>Haga clic para modificar el estilo de texto del patrón</a:t>
            </a:r>
            <a:endParaRPr lang="es-ES" sz="2000" b="0" u="none" strike="noStrike">
              <a:solidFill>
                <a:srgbClr val="000000"/>
              </a:solidFill>
              <a:effectLst/>
              <a:uFillTx/>
              <a:latin typeface="Arial"/>
            </a:endParaRPr>
          </a:p>
          <a:p>
            <a:pPr marL="743040" lvl="1" indent="-285840" defTabSz="457200">
              <a:lnSpc>
                <a:spcPct val="100000"/>
              </a:lnSpc>
              <a:spcBef>
                <a:spcPts val="400"/>
              </a:spcBef>
              <a:buClr>
                <a:srgbClr val="666666"/>
              </a:buClr>
              <a:buFont typeface="Arial"/>
              <a:buChar char="–"/>
            </a:pPr>
            <a:r>
              <a:rPr lang="es-ES_tradnl" sz="2000" b="0" u="none" strike="noStrike">
                <a:solidFill>
                  <a:srgbClr val="666666"/>
                </a:solidFill>
                <a:effectLst/>
                <a:uFillTx/>
                <a:latin typeface="Arial"/>
                <a:ea typeface="Arial"/>
              </a:rPr>
              <a:t>Segundo nivel</a:t>
            </a:r>
            <a:endParaRPr lang="es-ES" sz="2000" b="0" u="none" strike="noStrike">
              <a:solidFill>
                <a:srgbClr val="000000"/>
              </a:solidFill>
              <a:effectLst/>
              <a:uFillTx/>
              <a:latin typeface="Arial"/>
            </a:endParaRPr>
          </a:p>
          <a:p>
            <a:pPr marL="1143000" lvl="2" indent="-228600" defTabSz="457200">
              <a:lnSpc>
                <a:spcPct val="100000"/>
              </a:lnSpc>
              <a:spcBef>
                <a:spcPts val="400"/>
              </a:spcBef>
              <a:buClr>
                <a:srgbClr val="666666"/>
              </a:buClr>
              <a:buFont typeface="Arial"/>
              <a:buChar char="•"/>
            </a:pPr>
            <a:r>
              <a:rPr lang="es-ES_tradnl" sz="2000" b="0" u="none" strike="noStrike">
                <a:solidFill>
                  <a:srgbClr val="666666"/>
                </a:solidFill>
                <a:effectLst/>
                <a:uFillTx/>
                <a:latin typeface="Arial"/>
                <a:ea typeface="Arial"/>
              </a:rPr>
              <a:t>Tercer nivel</a:t>
            </a:r>
            <a:endParaRPr lang="es-ES" sz="2000" b="0" u="none" strike="noStrike">
              <a:solidFill>
                <a:srgbClr val="000000"/>
              </a:solidFill>
              <a:effectLst/>
              <a:uFillTx/>
              <a:latin typeface="Arial"/>
            </a:endParaRPr>
          </a:p>
          <a:p>
            <a:pPr marL="1600200" lvl="3" indent="-228600" defTabSz="457200">
              <a:lnSpc>
                <a:spcPct val="100000"/>
              </a:lnSpc>
              <a:spcBef>
                <a:spcPts val="400"/>
              </a:spcBef>
              <a:buClr>
                <a:srgbClr val="666666"/>
              </a:buClr>
              <a:buFont typeface="Arial"/>
              <a:buChar char="–"/>
            </a:pPr>
            <a:r>
              <a:rPr lang="es-ES_tradnl" sz="2000" b="0" u="none" strike="noStrike">
                <a:solidFill>
                  <a:srgbClr val="666666"/>
                </a:solidFill>
                <a:effectLst/>
                <a:uFillTx/>
                <a:latin typeface="Arial"/>
                <a:ea typeface="Arial"/>
              </a:rPr>
              <a:t>Cuarto nivel</a:t>
            </a:r>
            <a:endParaRPr lang="es-ES" sz="2000" b="0" u="none" strike="noStrike">
              <a:solidFill>
                <a:srgbClr val="000000"/>
              </a:solidFill>
              <a:effectLst/>
              <a:uFillTx/>
              <a:latin typeface="Arial"/>
            </a:endParaRPr>
          </a:p>
          <a:p>
            <a:pPr marL="2057400" lvl="4" indent="-228600" defTabSz="457200">
              <a:lnSpc>
                <a:spcPct val="100000"/>
              </a:lnSpc>
              <a:spcBef>
                <a:spcPts val="400"/>
              </a:spcBef>
              <a:buClr>
                <a:srgbClr val="666666"/>
              </a:buClr>
              <a:buFont typeface="Arial"/>
              <a:buChar char="»"/>
            </a:pPr>
            <a:r>
              <a:rPr lang="es-ES_tradnl" sz="2000" b="0" u="none" strike="noStrike">
                <a:solidFill>
                  <a:srgbClr val="666666"/>
                </a:solidFill>
                <a:effectLst/>
                <a:uFillTx/>
                <a:latin typeface="Arial"/>
                <a:ea typeface="Arial"/>
              </a:rPr>
              <a:t>Quinto nivel</a:t>
            </a:r>
            <a:endParaRPr lang="es-ES" sz="2000" b="0" u="none" strike="noStrike">
              <a:solidFill>
                <a:srgbClr val="000000"/>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Título vertical y texto">
    <p:bg>
      <p:bgPr>
        <a:solidFill>
          <a:srgbClr val="ffffff"/>
        </a:solidFill>
      </p:bgPr>
    </p:bg>
    <p:spTree>
      <p:nvGrpSpPr>
        <p:cNvPr id="1" name=""/>
        <p:cNvGrpSpPr/>
        <p:nvPr/>
      </p:nvGrpSpPr>
      <p:grpSpPr>
        <a:xfrm>
          <a:off x="0" y="0"/>
          <a:ext cx="0" cy="0"/>
          <a:chOff x="0" y="0"/>
          <a:chExt cx="0" cy="0"/>
        </a:xfrm>
      </p:grpSpPr>
      <p:grpSp>
        <p:nvGrpSpPr>
          <p:cNvPr id="75" name="Group 1"/>
          <p:cNvGrpSpPr/>
          <p:nvPr/>
        </p:nvGrpSpPr>
        <p:grpSpPr>
          <a:xfrm>
            <a:off x="0" y="6381360"/>
            <a:ext cx="12199320" cy="483480"/>
            <a:chOff x="0" y="6381360"/>
            <a:chExt cx="12199320" cy="483480"/>
          </a:xfrm>
        </p:grpSpPr>
        <p:sp>
          <p:nvSpPr>
            <p:cNvPr id="76" name="Rectangle 2"/>
            <p:cNvSpPr/>
            <p:nvPr/>
          </p:nvSpPr>
          <p:spPr>
            <a:xfrm>
              <a:off x="0" y="6402240"/>
              <a:ext cx="12199320" cy="462600"/>
            </a:xfrm>
            <a:prstGeom prst="rect">
              <a:avLst/>
            </a:prstGeom>
            <a:solidFill>
              <a:srgbClr val="0098cd"/>
            </a:solidFill>
            <a:ln w="12700">
              <a:noFill/>
            </a:ln>
          </p:spPr>
          <p:style>
            <a:lnRef idx="0"/>
            <a:fillRef idx="0"/>
            <a:effectRef idx="0"/>
            <a:fontRef idx="minor"/>
          </p:style>
          <p:txBody>
            <a:bodyPr lIns="0" rIns="0" tIns="0" bIns="0" anchor="ctr">
              <a:noAutofit/>
            </a:bodyPr>
            <a:p>
              <a:pPr algn="ctr" defTabSz="457200">
                <a:lnSpc>
                  <a:spcPct val="100000"/>
                </a:lnSpc>
              </a:pPr>
              <a:endParaRPr lang="es-ES" sz="1800" b="0" u="none" strike="noStrike">
                <a:solidFill>
                  <a:srgbClr val="ffffff"/>
                </a:solidFill>
                <a:effectLst/>
                <a:uFillTx/>
                <a:latin typeface="Arial"/>
                <a:ea typeface="Arial"/>
              </a:endParaRPr>
            </a:p>
          </p:txBody>
        </p:sp>
        <p:sp>
          <p:nvSpPr>
            <p:cNvPr id="77" name="Line 3"/>
            <p:cNvSpPr/>
            <p:nvPr/>
          </p:nvSpPr>
          <p:spPr>
            <a:xfrm flipV="1">
              <a:off x="11269080" y="6529320"/>
              <a:ext cx="2160" cy="136800"/>
            </a:xfrm>
            <a:prstGeom prst="line">
              <a:avLst/>
            </a:prstGeom>
            <a:ln w="9525">
              <a:solidFill>
                <a:srgbClr val="ffffff"/>
              </a:solidFill>
              <a:round/>
            </a:ln>
          </p:spPr>
          <p:style>
            <a:lnRef idx="0"/>
            <a:fillRef idx="0"/>
            <a:effectRef idx="0"/>
            <a:fontRef idx="minor"/>
          </p:style>
          <p:txBody>
            <a:bodyPr lIns="0" rIns="0" tIns="0" bIns="0" anchor="t">
              <a:noAutofit/>
            </a:bodyPr>
            <a:p>
              <a:endParaRPr lang="es-ES" sz="1800" b="0" u="none" strike="noStrike">
                <a:solidFill>
                  <a:srgbClr val="535353"/>
                </a:solidFill>
                <a:effectLst/>
                <a:uFillTx/>
                <a:latin typeface="Arial"/>
                <a:ea typeface="Arial"/>
              </a:endParaRPr>
            </a:p>
          </p:txBody>
        </p:sp>
        <p:sp>
          <p:nvSpPr>
            <p:cNvPr id="78" name="Rectangle 4"/>
            <p:cNvSpPr/>
            <p:nvPr/>
          </p:nvSpPr>
          <p:spPr>
            <a:xfrm>
              <a:off x="2230920" y="6488280"/>
              <a:ext cx="8753400" cy="214920"/>
            </a:xfrm>
            <a:prstGeom prst="rect">
              <a:avLst/>
            </a:prstGeom>
            <a:noFill/>
            <a:ln w="12700">
              <a:noFill/>
            </a:ln>
          </p:spPr>
          <p:style>
            <a:lnRef idx="0"/>
            <a:fillRef idx="0"/>
            <a:effectRef idx="0"/>
            <a:fontRef idx="minor"/>
          </p:style>
          <p:txBody>
            <a:bodyPr lIns="0" rIns="0" tIns="0" bIns="0" anchor="t">
              <a:spAutoFit/>
            </a:bodyPr>
            <a:p>
              <a:pPr algn="ctr" defTabSz="457200">
                <a:lnSpc>
                  <a:spcPct val="100000"/>
                </a:lnSpc>
              </a:pPr>
              <a:r>
                <a:rPr lang="es-ES_tradnl" sz="1400" b="0" u="none" strike="noStrike">
                  <a:solidFill>
                    <a:srgbClr val="ffffff"/>
                  </a:solidFill>
                  <a:effectLst/>
                  <a:uFillTx/>
                  <a:latin typeface="Arial"/>
                  <a:ea typeface="Arial"/>
                </a:rPr>
                <a:t>Prácticas Académicas Externas</a:t>
              </a:r>
              <a:endParaRPr lang="es-ES" sz="1400" b="0" u="none" strike="noStrike">
                <a:solidFill>
                  <a:srgbClr val="000000"/>
                </a:solidFill>
                <a:effectLst/>
                <a:uFillTx/>
                <a:latin typeface="Arial"/>
              </a:endParaRPr>
            </a:p>
          </p:txBody>
        </p:sp>
        <p:pic>
          <p:nvPicPr>
            <p:cNvPr id="79" name="Picture 5" descr="logoblanco.png"/>
            <p:cNvPicPr/>
            <p:nvPr/>
          </p:nvPicPr>
          <p:blipFill>
            <a:blip r:embed="rId2"/>
            <a:stretch/>
          </p:blipFill>
          <p:spPr>
            <a:xfrm>
              <a:off x="75240" y="6381360"/>
              <a:ext cx="1627200" cy="386280"/>
            </a:xfrm>
            <a:prstGeom prst="rect">
              <a:avLst/>
            </a:prstGeom>
            <a:noFill/>
            <a:ln w="0">
              <a:noFill/>
            </a:ln>
          </p:spPr>
        </p:pic>
      </p:grpSp>
      <p:sp>
        <p:nvSpPr>
          <p:cNvPr id="80" name="PlaceHolder 1"/>
          <p:cNvSpPr>
            <a:spLocks noGrp="1"/>
          </p:cNvSpPr>
          <p:nvPr>
            <p:ph type="title"/>
          </p:nvPr>
        </p:nvSpPr>
        <p:spPr>
          <a:xfrm>
            <a:off x="8839080" y="274680"/>
            <a:ext cx="2742120" cy="5850360"/>
          </a:xfrm>
          <a:prstGeom prst="rect">
            <a:avLst/>
          </a:prstGeom>
          <a:noFill/>
          <a:ln w="0">
            <a:noFill/>
          </a:ln>
        </p:spPr>
        <p:txBody>
          <a:bodyPr lIns="45000" rIns="45000" tIns="90000" bIns="90000" anchor="t" vert="eaVert">
            <a:noAutofit/>
          </a:bodyPr>
          <a:p>
            <a:pPr indent="0" defTabSz="457200">
              <a:lnSpc>
                <a:spcPct val="100000"/>
              </a:lnSpc>
              <a:buNone/>
              <a:tabLst>
                <a:tab algn="l" pos="0"/>
              </a:tabLst>
            </a:pPr>
            <a:r>
              <a:rPr lang="es-ES_tradnl" sz="4000" b="0" u="none" strike="noStrike">
                <a:solidFill>
                  <a:srgbClr val="ffffff"/>
                </a:solidFill>
                <a:effectLst/>
                <a:uFillTx/>
                <a:latin typeface="Arial Narrow"/>
                <a:ea typeface="Arial Narrow"/>
              </a:rPr>
              <a:t>Clic para editar título</a:t>
            </a:r>
            <a:endParaRPr lang="es-ES" sz="4000" b="0" u="none" strike="noStrike">
              <a:solidFill>
                <a:srgbClr val="000000"/>
              </a:solidFill>
              <a:effectLst/>
              <a:uFillTx/>
              <a:latin typeface="Arial"/>
            </a:endParaRPr>
          </a:p>
        </p:txBody>
      </p:sp>
      <p:sp>
        <p:nvSpPr>
          <p:cNvPr id="81" name="PlaceHolder 2"/>
          <p:cNvSpPr>
            <a:spLocks noGrp="1"/>
          </p:cNvSpPr>
          <p:nvPr>
            <p:ph type="body"/>
          </p:nvPr>
        </p:nvSpPr>
        <p:spPr>
          <a:xfrm>
            <a:off x="609480" y="274680"/>
            <a:ext cx="8025480" cy="5850360"/>
          </a:xfrm>
          <a:prstGeom prst="rect">
            <a:avLst/>
          </a:prstGeom>
          <a:noFill/>
          <a:ln w="0">
            <a:noFill/>
          </a:ln>
        </p:spPr>
        <p:txBody>
          <a:bodyPr lIns="45000" rIns="45000" tIns="90000" bIns="90000" anchor="t" vert="eaVert">
            <a:noAutofit/>
          </a:bodyPr>
          <a:p>
            <a:pPr marL="343080" indent="-343080" defTabSz="457200">
              <a:lnSpc>
                <a:spcPct val="100000"/>
              </a:lnSpc>
              <a:spcBef>
                <a:spcPts val="400"/>
              </a:spcBef>
              <a:buClr>
                <a:srgbClr val="666666"/>
              </a:buClr>
              <a:buFont typeface="Arial"/>
              <a:buChar char="•"/>
            </a:pPr>
            <a:r>
              <a:rPr lang="es-ES_tradnl" sz="2000" b="0" u="none" strike="noStrike">
                <a:solidFill>
                  <a:srgbClr val="666666"/>
                </a:solidFill>
                <a:effectLst/>
                <a:uFillTx/>
                <a:latin typeface="Arial"/>
                <a:ea typeface="Arial"/>
              </a:rPr>
              <a:t>Haga clic para modificar el estilo de texto del patrón</a:t>
            </a:r>
            <a:endParaRPr lang="es-ES" sz="2000" b="0" u="none" strike="noStrike">
              <a:solidFill>
                <a:srgbClr val="000000"/>
              </a:solidFill>
              <a:effectLst/>
              <a:uFillTx/>
              <a:latin typeface="Arial"/>
            </a:endParaRPr>
          </a:p>
          <a:p>
            <a:pPr marL="743040" lvl="1" indent="-285840" defTabSz="457200">
              <a:lnSpc>
                <a:spcPct val="100000"/>
              </a:lnSpc>
              <a:spcBef>
                <a:spcPts val="400"/>
              </a:spcBef>
              <a:buClr>
                <a:srgbClr val="666666"/>
              </a:buClr>
              <a:buFont typeface="Arial"/>
              <a:buChar char="–"/>
            </a:pPr>
            <a:r>
              <a:rPr lang="es-ES_tradnl" sz="2000" b="0" u="none" strike="noStrike">
                <a:solidFill>
                  <a:srgbClr val="666666"/>
                </a:solidFill>
                <a:effectLst/>
                <a:uFillTx/>
                <a:latin typeface="Arial"/>
                <a:ea typeface="Arial"/>
              </a:rPr>
              <a:t>Segundo nivel</a:t>
            </a:r>
            <a:endParaRPr lang="es-ES" sz="2000" b="0" u="none" strike="noStrike">
              <a:solidFill>
                <a:srgbClr val="000000"/>
              </a:solidFill>
              <a:effectLst/>
              <a:uFillTx/>
              <a:latin typeface="Arial"/>
            </a:endParaRPr>
          </a:p>
          <a:p>
            <a:pPr marL="1143000" lvl="2" indent="-228600" defTabSz="457200">
              <a:lnSpc>
                <a:spcPct val="100000"/>
              </a:lnSpc>
              <a:spcBef>
                <a:spcPts val="400"/>
              </a:spcBef>
              <a:buClr>
                <a:srgbClr val="666666"/>
              </a:buClr>
              <a:buFont typeface="Arial"/>
              <a:buChar char="•"/>
            </a:pPr>
            <a:r>
              <a:rPr lang="es-ES_tradnl" sz="2000" b="0" u="none" strike="noStrike">
                <a:solidFill>
                  <a:srgbClr val="666666"/>
                </a:solidFill>
                <a:effectLst/>
                <a:uFillTx/>
                <a:latin typeface="Arial"/>
                <a:ea typeface="Arial"/>
              </a:rPr>
              <a:t>Tercer nivel</a:t>
            </a:r>
            <a:endParaRPr lang="es-ES" sz="2000" b="0" u="none" strike="noStrike">
              <a:solidFill>
                <a:srgbClr val="000000"/>
              </a:solidFill>
              <a:effectLst/>
              <a:uFillTx/>
              <a:latin typeface="Arial"/>
            </a:endParaRPr>
          </a:p>
          <a:p>
            <a:pPr marL="1600200" lvl="3" indent="-228600" defTabSz="457200">
              <a:lnSpc>
                <a:spcPct val="100000"/>
              </a:lnSpc>
              <a:spcBef>
                <a:spcPts val="400"/>
              </a:spcBef>
              <a:buClr>
                <a:srgbClr val="666666"/>
              </a:buClr>
              <a:buFont typeface="Arial"/>
              <a:buChar char="–"/>
            </a:pPr>
            <a:r>
              <a:rPr lang="es-ES_tradnl" sz="2000" b="0" u="none" strike="noStrike">
                <a:solidFill>
                  <a:srgbClr val="666666"/>
                </a:solidFill>
                <a:effectLst/>
                <a:uFillTx/>
                <a:latin typeface="Arial"/>
                <a:ea typeface="Arial"/>
              </a:rPr>
              <a:t>Cuarto nivel</a:t>
            </a:r>
            <a:endParaRPr lang="es-ES" sz="2000" b="0" u="none" strike="noStrike">
              <a:solidFill>
                <a:srgbClr val="000000"/>
              </a:solidFill>
              <a:effectLst/>
              <a:uFillTx/>
              <a:latin typeface="Arial"/>
            </a:endParaRPr>
          </a:p>
          <a:p>
            <a:pPr marL="2057400" lvl="4" indent="-228600" defTabSz="457200">
              <a:lnSpc>
                <a:spcPct val="100000"/>
              </a:lnSpc>
              <a:spcBef>
                <a:spcPts val="400"/>
              </a:spcBef>
              <a:buClr>
                <a:srgbClr val="666666"/>
              </a:buClr>
              <a:buFont typeface="Arial"/>
              <a:buChar char="»"/>
            </a:pPr>
            <a:r>
              <a:rPr lang="es-ES_tradnl" sz="2000" b="0" u="none" strike="noStrike">
                <a:solidFill>
                  <a:srgbClr val="666666"/>
                </a:solidFill>
                <a:effectLst/>
                <a:uFillTx/>
                <a:latin typeface="Arial"/>
                <a:ea typeface="Arial"/>
              </a:rPr>
              <a:t>Quinto nivel</a:t>
            </a:r>
            <a:endParaRPr lang="es-ES" sz="2000" b="0" u="none" strike="noStrike">
              <a:solidFill>
                <a:srgbClr val="000000"/>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6_Título y objetos">
    <p:bg>
      <p:bgPr>
        <a:solidFill>
          <a:srgbClr val="ffffff"/>
        </a:solidFill>
      </p:bgPr>
    </p:bg>
    <p:spTree>
      <p:nvGrpSpPr>
        <p:cNvPr id="1" name=""/>
        <p:cNvGrpSpPr/>
        <p:nvPr/>
      </p:nvGrpSpPr>
      <p:grpSpPr>
        <a:xfrm>
          <a:off x="0" y="0"/>
          <a:ext cx="0" cy="0"/>
          <a:chOff x="0" y="0"/>
          <a:chExt cx="0" cy="0"/>
        </a:xfrm>
      </p:grpSpPr>
      <p:grpSp>
        <p:nvGrpSpPr>
          <p:cNvPr id="82" name="Group 1"/>
          <p:cNvGrpSpPr/>
          <p:nvPr/>
        </p:nvGrpSpPr>
        <p:grpSpPr>
          <a:xfrm>
            <a:off x="0" y="6381360"/>
            <a:ext cx="12199320" cy="483480"/>
            <a:chOff x="0" y="6381360"/>
            <a:chExt cx="12199320" cy="483480"/>
          </a:xfrm>
        </p:grpSpPr>
        <p:sp>
          <p:nvSpPr>
            <p:cNvPr id="83" name="Rectangle 2"/>
            <p:cNvSpPr/>
            <p:nvPr/>
          </p:nvSpPr>
          <p:spPr>
            <a:xfrm>
              <a:off x="0" y="6402240"/>
              <a:ext cx="12199320" cy="462600"/>
            </a:xfrm>
            <a:prstGeom prst="rect">
              <a:avLst/>
            </a:prstGeom>
            <a:solidFill>
              <a:srgbClr val="0098cd"/>
            </a:solidFill>
            <a:ln w="12700">
              <a:noFill/>
            </a:ln>
          </p:spPr>
          <p:style>
            <a:lnRef idx="0"/>
            <a:fillRef idx="0"/>
            <a:effectRef idx="0"/>
            <a:fontRef idx="minor"/>
          </p:style>
          <p:txBody>
            <a:bodyPr lIns="0" rIns="0" tIns="0" bIns="0" anchor="ctr">
              <a:noAutofit/>
            </a:bodyPr>
            <a:p>
              <a:pPr algn="ctr" defTabSz="457200">
                <a:lnSpc>
                  <a:spcPct val="100000"/>
                </a:lnSpc>
              </a:pPr>
              <a:endParaRPr lang="es-ES" sz="1800" b="0" u="none" strike="noStrike">
                <a:solidFill>
                  <a:srgbClr val="ffffff"/>
                </a:solidFill>
                <a:effectLst/>
                <a:uFillTx/>
                <a:latin typeface="Arial"/>
                <a:ea typeface="Arial"/>
              </a:endParaRPr>
            </a:p>
          </p:txBody>
        </p:sp>
        <p:sp>
          <p:nvSpPr>
            <p:cNvPr id="84" name="Line 3"/>
            <p:cNvSpPr/>
            <p:nvPr/>
          </p:nvSpPr>
          <p:spPr>
            <a:xfrm flipV="1">
              <a:off x="11269080" y="6529320"/>
              <a:ext cx="2160" cy="136800"/>
            </a:xfrm>
            <a:prstGeom prst="line">
              <a:avLst/>
            </a:prstGeom>
            <a:ln w="9525">
              <a:solidFill>
                <a:srgbClr val="ffffff"/>
              </a:solidFill>
              <a:round/>
            </a:ln>
          </p:spPr>
          <p:style>
            <a:lnRef idx="0"/>
            <a:fillRef idx="0"/>
            <a:effectRef idx="0"/>
            <a:fontRef idx="minor"/>
          </p:style>
          <p:txBody>
            <a:bodyPr lIns="0" rIns="0" tIns="0" bIns="0" anchor="t">
              <a:noAutofit/>
            </a:bodyPr>
            <a:p>
              <a:endParaRPr lang="es-ES" sz="1800" b="0" u="none" strike="noStrike">
                <a:solidFill>
                  <a:srgbClr val="535353"/>
                </a:solidFill>
                <a:effectLst/>
                <a:uFillTx/>
                <a:latin typeface="Arial"/>
                <a:ea typeface="Arial"/>
              </a:endParaRPr>
            </a:p>
          </p:txBody>
        </p:sp>
        <p:sp>
          <p:nvSpPr>
            <p:cNvPr id="85" name="Rectangle 4"/>
            <p:cNvSpPr/>
            <p:nvPr/>
          </p:nvSpPr>
          <p:spPr>
            <a:xfrm>
              <a:off x="2230920" y="6488280"/>
              <a:ext cx="8753400" cy="214920"/>
            </a:xfrm>
            <a:prstGeom prst="rect">
              <a:avLst/>
            </a:prstGeom>
            <a:noFill/>
            <a:ln w="12700">
              <a:noFill/>
            </a:ln>
          </p:spPr>
          <p:style>
            <a:lnRef idx="0"/>
            <a:fillRef idx="0"/>
            <a:effectRef idx="0"/>
            <a:fontRef idx="minor"/>
          </p:style>
          <p:txBody>
            <a:bodyPr lIns="0" rIns="0" tIns="0" bIns="0" anchor="t">
              <a:spAutoFit/>
            </a:bodyPr>
            <a:p>
              <a:pPr algn="ctr" defTabSz="457200">
                <a:lnSpc>
                  <a:spcPct val="100000"/>
                </a:lnSpc>
              </a:pPr>
              <a:r>
                <a:rPr lang="es-ES_tradnl" sz="1400" b="0" u="none" strike="noStrike">
                  <a:solidFill>
                    <a:srgbClr val="ffffff"/>
                  </a:solidFill>
                  <a:effectLst/>
                  <a:uFillTx/>
                  <a:latin typeface="Arial"/>
                  <a:ea typeface="Arial"/>
                </a:rPr>
                <a:t>Prácticas Académicas Externas</a:t>
              </a:r>
              <a:endParaRPr lang="es-ES" sz="1400" b="0" u="none" strike="noStrike">
                <a:solidFill>
                  <a:srgbClr val="000000"/>
                </a:solidFill>
                <a:effectLst/>
                <a:uFillTx/>
                <a:latin typeface="Arial"/>
              </a:endParaRPr>
            </a:p>
          </p:txBody>
        </p:sp>
        <p:pic>
          <p:nvPicPr>
            <p:cNvPr id="86" name="Picture 5" descr="logoblanco.png"/>
            <p:cNvPicPr/>
            <p:nvPr/>
          </p:nvPicPr>
          <p:blipFill>
            <a:blip r:embed="rId2"/>
            <a:stretch/>
          </p:blipFill>
          <p:spPr>
            <a:xfrm>
              <a:off x="75240" y="6381360"/>
              <a:ext cx="1627200" cy="386280"/>
            </a:xfrm>
            <a:prstGeom prst="rect">
              <a:avLst/>
            </a:prstGeom>
            <a:noFill/>
            <a:ln w="0">
              <a:noFill/>
            </a:ln>
          </p:spPr>
        </p:pic>
      </p:grpSp>
      <p:sp>
        <p:nvSpPr>
          <p:cNvPr id="87" name="PlaceHolder 1"/>
          <p:cNvSpPr>
            <a:spLocks noGrp="1"/>
          </p:cNvSpPr>
          <p:nvPr>
            <p:ph type="title"/>
          </p:nvPr>
        </p:nvSpPr>
        <p:spPr>
          <a:xfrm>
            <a:off x="0" y="0"/>
            <a:ext cx="0" cy="0"/>
          </a:xfrm>
          <a:prstGeom prst="rect">
            <a:avLst/>
          </a:prstGeom>
          <a:noFill/>
          <a:ln w="0">
            <a:noFill/>
          </a:ln>
        </p:spPr>
        <p:txBody>
          <a:bodyPr lIns="90000" rIns="90000" tIns="-45000" bIns="-45000" anchor="t">
            <a:noAutofit/>
          </a:bodyPr>
          <a:p>
            <a:pPr indent="0" defTabSz="457200">
              <a:lnSpc>
                <a:spcPct val="100000"/>
              </a:lnSpc>
              <a:buNone/>
              <a:tabLst>
                <a:tab algn="l" pos="0"/>
              </a:tabLst>
            </a:pPr>
            <a:r>
              <a:rPr lang="es-ES" sz="4000" b="0" u="none" strike="noStrike">
                <a:solidFill>
                  <a:srgbClr val="ffffff"/>
                </a:solidFill>
                <a:effectLst/>
                <a:uFillTx/>
                <a:latin typeface="Arial Narrow"/>
                <a:ea typeface="Arial Narrow"/>
              </a:rPr>
              <a:t>Haga clic para modificar el estilo de título del patrón</a:t>
            </a:r>
            <a:endParaRPr lang="es-ES" sz="4000" b="0" u="none" strike="noStrike">
              <a:solidFill>
                <a:srgbClr val="000000"/>
              </a:solidFill>
              <a:effectLst/>
              <a:uFillTx/>
              <a:latin typeface="Arial"/>
            </a:endParaRPr>
          </a:p>
        </p:txBody>
      </p:sp>
      <p:sp>
        <p:nvSpPr>
          <p:cNvPr id="8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343080" indent="-343080" defTabSz="457200">
              <a:lnSpc>
                <a:spcPct val="100000"/>
              </a:lnSpc>
              <a:spcBef>
                <a:spcPts val="400"/>
              </a:spcBef>
              <a:buClr>
                <a:srgbClr val="666666"/>
              </a:buClr>
              <a:buFont typeface="Arial"/>
              <a:buChar char="•"/>
            </a:pPr>
            <a:r>
              <a:rPr lang="es-ES" sz="2000" b="0" u="none" strike="noStrike">
                <a:solidFill>
                  <a:srgbClr val="666666"/>
                </a:solidFill>
                <a:effectLst/>
                <a:uFillTx/>
                <a:latin typeface="Arial"/>
                <a:ea typeface="Arial"/>
              </a:rPr>
              <a:t>Editar el estilo de texto del patrón</a:t>
            </a:r>
            <a:endParaRPr lang="es-ES" sz="2000" b="0" u="none" strike="noStrike">
              <a:solidFill>
                <a:srgbClr val="000000"/>
              </a:solidFill>
              <a:effectLst/>
              <a:uFillTx/>
              <a:latin typeface="Arial"/>
            </a:endParaRPr>
          </a:p>
          <a:p>
            <a:pPr marL="743040" lvl="1" indent="-285840" defTabSz="457200">
              <a:lnSpc>
                <a:spcPct val="100000"/>
              </a:lnSpc>
              <a:spcBef>
                <a:spcPts val="400"/>
              </a:spcBef>
              <a:buClr>
                <a:srgbClr val="666666"/>
              </a:buClr>
              <a:buFont typeface="Arial"/>
              <a:buChar char="–"/>
            </a:pPr>
            <a:r>
              <a:rPr lang="es-ES" sz="2000" b="0" u="none" strike="noStrike">
                <a:solidFill>
                  <a:srgbClr val="666666"/>
                </a:solidFill>
                <a:effectLst/>
                <a:uFillTx/>
                <a:latin typeface="Arial"/>
                <a:ea typeface="Arial"/>
              </a:rPr>
              <a:t>Segundo nivel</a:t>
            </a:r>
            <a:endParaRPr lang="es-ES" sz="2000" b="0" u="none" strike="noStrike">
              <a:solidFill>
                <a:srgbClr val="000000"/>
              </a:solidFill>
              <a:effectLst/>
              <a:uFillTx/>
              <a:latin typeface="Arial"/>
            </a:endParaRPr>
          </a:p>
          <a:p>
            <a:pPr marL="1143000" lvl="2" indent="-228600" defTabSz="457200">
              <a:lnSpc>
                <a:spcPct val="100000"/>
              </a:lnSpc>
              <a:spcBef>
                <a:spcPts val="400"/>
              </a:spcBef>
              <a:buClr>
                <a:srgbClr val="666666"/>
              </a:buClr>
              <a:buFont typeface="Arial"/>
              <a:buChar char="•"/>
            </a:pPr>
            <a:r>
              <a:rPr lang="es-ES" sz="2000" b="0" u="none" strike="noStrike">
                <a:solidFill>
                  <a:srgbClr val="666666"/>
                </a:solidFill>
                <a:effectLst/>
                <a:uFillTx/>
                <a:latin typeface="Arial"/>
                <a:ea typeface="Arial"/>
              </a:rPr>
              <a:t>Tercer nivel</a:t>
            </a:r>
            <a:endParaRPr lang="es-ES" sz="2000" b="0" u="none" strike="noStrike">
              <a:solidFill>
                <a:srgbClr val="000000"/>
              </a:solidFill>
              <a:effectLst/>
              <a:uFillTx/>
              <a:latin typeface="Arial"/>
            </a:endParaRPr>
          </a:p>
          <a:p>
            <a:pPr marL="1600200" lvl="3" indent="-228600" defTabSz="457200">
              <a:lnSpc>
                <a:spcPct val="100000"/>
              </a:lnSpc>
              <a:spcBef>
                <a:spcPts val="400"/>
              </a:spcBef>
              <a:buClr>
                <a:srgbClr val="666666"/>
              </a:buClr>
              <a:buFont typeface="Arial"/>
              <a:buChar char="–"/>
            </a:pPr>
            <a:r>
              <a:rPr lang="es-ES" sz="2000" b="0" u="none" strike="noStrike">
                <a:solidFill>
                  <a:srgbClr val="666666"/>
                </a:solidFill>
                <a:effectLst/>
                <a:uFillTx/>
                <a:latin typeface="Arial"/>
                <a:ea typeface="Arial"/>
              </a:rPr>
              <a:t>Cuarto nivel</a:t>
            </a:r>
            <a:endParaRPr lang="es-ES" sz="2000" b="0" u="none" strike="noStrike">
              <a:solidFill>
                <a:srgbClr val="000000"/>
              </a:solidFill>
              <a:effectLst/>
              <a:uFillTx/>
              <a:latin typeface="Arial"/>
            </a:endParaRPr>
          </a:p>
          <a:p>
            <a:pPr marL="2057400" lvl="4" indent="-228600" defTabSz="457200">
              <a:lnSpc>
                <a:spcPct val="100000"/>
              </a:lnSpc>
              <a:spcBef>
                <a:spcPts val="400"/>
              </a:spcBef>
              <a:buClr>
                <a:srgbClr val="666666"/>
              </a:buClr>
              <a:buFont typeface="Arial"/>
              <a:buChar char="»"/>
            </a:pPr>
            <a:r>
              <a:rPr lang="es-ES" sz="2000" b="0" u="none" strike="noStrike">
                <a:solidFill>
                  <a:srgbClr val="666666"/>
                </a:solidFill>
                <a:effectLst/>
                <a:uFillTx/>
                <a:latin typeface="Arial"/>
                <a:ea typeface="Arial"/>
              </a:rPr>
              <a:t>Quinto nivel</a:t>
            </a:r>
            <a:endParaRPr lang="es-ES" sz="2000" b="0" u="none" strike="noStrike">
              <a:solidFill>
                <a:srgbClr val="000000"/>
              </a:solidFill>
              <a:effectLst/>
              <a:uFillTx/>
              <a:latin typeface="Arial"/>
            </a:endParaRPr>
          </a:p>
        </p:txBody>
      </p:sp>
      <p:sp>
        <p:nvSpPr>
          <p:cNvPr id="89" name="PlaceHolder 3"/>
          <p:cNvSpPr>
            <a:spLocks noGrp="1"/>
          </p:cNvSpPr>
          <p:nvPr>
            <p:ph type="dt" idx="2"/>
          </p:nvPr>
        </p:nvSpPr>
        <p:spPr>
          <a:xfrm>
            <a:off x="0" y="0"/>
            <a:ext cx="0" cy="0"/>
          </a:xfrm>
          <a:prstGeom prst="rect">
            <a:avLst/>
          </a:prstGeom>
          <a:noFill/>
          <a:ln w="0">
            <a:noFill/>
          </a:ln>
        </p:spPr>
        <p:txBody>
          <a:bodyPr lIns="90000" rIns="90000" tIns="-45000" bIns="-45000" anchor="t">
            <a:noAutofit/>
          </a:bodyPr>
          <a:lstStyle>
            <a:lvl1pPr indent="0" defTabSz="457200">
              <a:lnSpc>
                <a:spcPct val="100000"/>
              </a:lnSpc>
              <a:buNone/>
              <a:tabLst>
                <a:tab algn="l" pos="0"/>
              </a:tabLst>
              <a:defRPr lang="es-ES" sz="1400" b="0" u="none" strike="noStrike">
                <a:solidFill>
                  <a:srgbClr val="535353"/>
                </a:solidFill>
                <a:effectLst/>
                <a:uFillTx/>
                <a:latin typeface="Arial"/>
                <a:ea typeface="Arial"/>
              </a:defRPr>
            </a:lvl1pPr>
          </a:lstStyle>
          <a:p>
            <a:pPr indent="0" defTabSz="457200">
              <a:lnSpc>
                <a:spcPct val="100000"/>
              </a:lnSpc>
              <a:buNone/>
              <a:tabLst>
                <a:tab algn="l" pos="0"/>
              </a:tabLst>
            </a:pPr>
            <a:r>
              <a:rPr lang="es-ES" sz="1400" b="0" u="none" strike="noStrike">
                <a:solidFill>
                  <a:srgbClr val="535353"/>
                </a:solidFill>
                <a:effectLst/>
                <a:uFillTx/>
                <a:latin typeface="Arial"/>
                <a:ea typeface="Arial"/>
              </a:rPr>
              <a:t>&lt;fecha/hora&gt;</a:t>
            </a:r>
            <a:endParaRPr lang="es-ES" sz="1400" b="0" u="none" strike="noStrike">
              <a:solidFill>
                <a:srgbClr val="000000"/>
              </a:solidFill>
              <a:effectLst/>
              <a:uFillTx/>
              <a:latin typeface="Times New Roman"/>
            </a:endParaRPr>
          </a:p>
        </p:txBody>
      </p:sp>
      <p:sp>
        <p:nvSpPr>
          <p:cNvPr id="90" name="PlaceHolder 4"/>
          <p:cNvSpPr>
            <a:spLocks noGrp="1"/>
          </p:cNvSpPr>
          <p:nvPr>
            <p:ph type="ftr" idx="3"/>
          </p:nvPr>
        </p:nvSpPr>
        <p:spPr>
          <a:xfrm>
            <a:off x="0" y="0"/>
            <a:ext cx="0" cy="0"/>
          </a:xfrm>
          <a:prstGeom prst="rect">
            <a:avLst/>
          </a:prstGeom>
          <a:noFill/>
          <a:ln w="0">
            <a:noFill/>
          </a:ln>
        </p:spPr>
        <p:txBody>
          <a:bodyPr lIns="90000" rIns="90000" tIns="-45000" bIns="-45000" anchor="t">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91" name="PlaceHolder 5"/>
          <p:cNvSpPr>
            <a:spLocks noGrp="1"/>
          </p:cNvSpPr>
          <p:nvPr>
            <p:ph type="sldNum" idx="4"/>
          </p:nvPr>
        </p:nvSpPr>
        <p:spPr>
          <a:xfrm>
            <a:off x="11538000" y="6525360"/>
            <a:ext cx="362880" cy="3027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80324D63-C64B-45ED-AD8B-4A1F583F8929}" type="slidenum">
              <a:rPr lang="es-ES"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diagramData" Target="../diagrams/data1.xml"/><Relationship Id="rId2" Type="http://schemas.openxmlformats.org/officeDocument/2006/relationships/diagramLayout" Target="../diagrams/layout1.xml"/><Relationship Id="rId3" Type="http://schemas.openxmlformats.org/officeDocument/2006/relationships/diagramQuickStyle" Target="../diagrams/quickStyle1.xml"/><Relationship Id="rId4" Type="http://schemas.openxmlformats.org/officeDocument/2006/relationships/diagramColors" Target="../diagrams/colors1.xml"/><Relationship Id="rId5" Type="http://schemas.microsoft.com/office/2007/relationships/diagramDrawing" Target="../diagrams/drawing1.xml"/><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9.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12.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1.xml"/>
</Relationships>
</file>

<file path=ppt/slides/_rels/slide33.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1.xml"/>
</Relationships>
</file>

<file path=ppt/slides/_rels/slide34.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1.xml"/>
</Relationships>
</file>

<file path=ppt/slides/_rels/slide35.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
</Relationships>
</file>

<file path=ppt/slides/_rels/slide36.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1.xml"/>
</Relationships>
</file>

<file path=ppt/slides/_rels/slide3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42.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1.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7.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92" name="Rectangle 1"/>
          <p:cNvSpPr/>
          <p:nvPr/>
        </p:nvSpPr>
        <p:spPr>
          <a:xfrm>
            <a:off x="1523880" y="5611680"/>
            <a:ext cx="9142920" cy="132120"/>
          </a:xfrm>
          <a:prstGeom prst="rect">
            <a:avLst/>
          </a:prstGeom>
          <a:solidFill>
            <a:srgbClr val="0098cd"/>
          </a:solidFill>
          <a:ln w="0">
            <a:noFill/>
          </a:ln>
        </p:spPr>
        <p:style>
          <a:lnRef idx="0"/>
          <a:fillRef idx="0"/>
          <a:effectRef idx="0"/>
          <a:fontRef idx="minor"/>
        </p:style>
        <p:txBody>
          <a:bodyPr lIns="0" rIns="0" tIns="0" bIns="0" anchor="ctr">
            <a:noAutofit/>
          </a:bodyPr>
          <a:p>
            <a:pPr algn="ctr" defTabSz="457200">
              <a:lnSpc>
                <a:spcPct val="100000"/>
              </a:lnSpc>
            </a:pPr>
            <a:endParaRPr lang="es-ES" sz="1800" b="0" u="none" strike="noStrike">
              <a:solidFill>
                <a:srgbClr val="0098cd"/>
              </a:solidFill>
              <a:effectLst/>
              <a:uFillTx/>
              <a:latin typeface="Arial"/>
              <a:ea typeface="Arial"/>
            </a:endParaRPr>
          </a:p>
        </p:txBody>
      </p:sp>
      <p:pic>
        <p:nvPicPr>
          <p:cNvPr id="93" name="Picture 2" descr="logotipo.png"/>
          <p:cNvPicPr/>
          <p:nvPr/>
        </p:nvPicPr>
        <p:blipFill>
          <a:blip r:embed="rId1"/>
          <a:stretch/>
        </p:blipFill>
        <p:spPr>
          <a:xfrm>
            <a:off x="95760" y="5813280"/>
            <a:ext cx="1246680" cy="924480"/>
          </a:xfrm>
          <a:prstGeom prst="rect">
            <a:avLst/>
          </a:prstGeom>
          <a:noFill/>
          <a:ln w="0">
            <a:noFill/>
          </a:ln>
        </p:spPr>
      </p:pic>
      <p:pic>
        <p:nvPicPr>
          <p:cNvPr id="94" name="Picture 3" descr="claim.png"/>
          <p:cNvPicPr/>
          <p:nvPr/>
        </p:nvPicPr>
        <p:blipFill>
          <a:blip r:embed="rId2"/>
          <a:stretch/>
        </p:blipFill>
        <p:spPr>
          <a:xfrm>
            <a:off x="9768240" y="6134040"/>
            <a:ext cx="2337480" cy="315000"/>
          </a:xfrm>
          <a:prstGeom prst="rect">
            <a:avLst/>
          </a:prstGeom>
          <a:noFill/>
          <a:ln w="0">
            <a:noFill/>
          </a:ln>
        </p:spPr>
      </p:pic>
      <p:sp>
        <p:nvSpPr>
          <p:cNvPr id="95" name="Rectangle 4"/>
          <p:cNvSpPr/>
          <p:nvPr/>
        </p:nvSpPr>
        <p:spPr>
          <a:xfrm>
            <a:off x="-6840" y="0"/>
            <a:ext cx="12197880" cy="5744160"/>
          </a:xfrm>
          <a:prstGeom prst="rect">
            <a:avLst/>
          </a:prstGeom>
          <a:solidFill>
            <a:srgbClr val="0098cd"/>
          </a:solidFill>
          <a:ln w="0">
            <a:noFill/>
          </a:ln>
        </p:spPr>
        <p:style>
          <a:lnRef idx="0"/>
          <a:fillRef idx="0"/>
          <a:effectRef idx="0"/>
          <a:fontRef idx="minor"/>
        </p:style>
        <p:txBody>
          <a:bodyPr lIns="0" rIns="0" tIns="0" bIns="0" anchor="ctr">
            <a:noAutofit/>
          </a:bodyPr>
          <a:p>
            <a:pPr algn="ctr" defTabSz="457200">
              <a:lnSpc>
                <a:spcPct val="100000"/>
              </a:lnSpc>
            </a:pPr>
            <a:endParaRPr lang="es-ES" sz="1800" b="0" u="none" strike="noStrike">
              <a:solidFill>
                <a:srgbClr val="ffffff"/>
              </a:solidFill>
              <a:effectLst/>
              <a:uFillTx/>
              <a:latin typeface="Arial"/>
              <a:ea typeface="Arial"/>
            </a:endParaRPr>
          </a:p>
        </p:txBody>
      </p:sp>
      <p:sp>
        <p:nvSpPr>
          <p:cNvPr id="96" name="Rectangle 5"/>
          <p:cNvSpPr/>
          <p:nvPr/>
        </p:nvSpPr>
        <p:spPr>
          <a:xfrm>
            <a:off x="1523880" y="4581000"/>
            <a:ext cx="10666800" cy="1029600"/>
          </a:xfrm>
          <a:prstGeom prst="rect">
            <a:avLst/>
          </a:prstGeom>
          <a:gradFill rotWithShape="0">
            <a:gsLst>
              <a:gs pos="0">
                <a:srgbClr val="292929"/>
              </a:gs>
              <a:gs pos="100000">
                <a:srgbClr val="272727">
                  <a:alpha val="0"/>
                </a:srgbClr>
              </a:gs>
            </a:gsLst>
            <a:lin ang="10260000"/>
          </a:gradFill>
          <a:ln w="12700">
            <a:noFill/>
          </a:ln>
        </p:spPr>
        <p:style>
          <a:lnRef idx="0"/>
          <a:fillRef idx="0"/>
          <a:effectRef idx="0"/>
          <a:fontRef idx="minor"/>
        </p:style>
        <p:txBody>
          <a:bodyPr lIns="0" rIns="0" tIns="0" bIns="0" anchor="ctr">
            <a:noAutofit/>
          </a:bodyPr>
          <a:p>
            <a:pPr algn="ctr" defTabSz="457200">
              <a:lnSpc>
                <a:spcPct val="100000"/>
              </a:lnSpc>
            </a:pPr>
            <a:endParaRPr lang="es-ES" sz="1800" b="0" u="none" strike="noStrike">
              <a:solidFill>
                <a:srgbClr val="ffffff"/>
              </a:solidFill>
              <a:effectLst/>
              <a:uFillTx/>
              <a:latin typeface="Arial"/>
              <a:ea typeface="Arial"/>
            </a:endParaRPr>
          </a:p>
        </p:txBody>
      </p:sp>
      <p:sp>
        <p:nvSpPr>
          <p:cNvPr id="97" name="PlaceHolder 1"/>
          <p:cNvSpPr>
            <a:spLocks noGrp="1"/>
          </p:cNvSpPr>
          <p:nvPr>
            <p:ph type="title"/>
          </p:nvPr>
        </p:nvSpPr>
        <p:spPr>
          <a:xfrm>
            <a:off x="95760" y="404640"/>
            <a:ext cx="8987400" cy="494280"/>
          </a:xfrm>
          <a:prstGeom prst="rect">
            <a:avLst/>
          </a:prstGeom>
          <a:noFill/>
          <a:ln w="0">
            <a:noFill/>
          </a:ln>
        </p:spPr>
        <p:txBody>
          <a:bodyPr numCol="1" spcCol="0" lIns="91440" rIns="91440" tIns="45720" bIns="45720" anchor="t">
            <a:noAutofit/>
          </a:bodyPr>
          <a:p>
            <a:pPr indent="0" defTabSz="457200">
              <a:lnSpc>
                <a:spcPct val="70000"/>
              </a:lnSpc>
              <a:buNone/>
              <a:tabLst>
                <a:tab algn="l" pos="0"/>
              </a:tabLst>
            </a:pPr>
            <a:r>
              <a:rPr lang="es-ES_tradnl" sz="2400" b="0" u="none" strike="noStrike">
                <a:solidFill>
                  <a:srgbClr val="ffffff"/>
                </a:solidFill>
                <a:effectLst/>
                <a:uFillTx/>
                <a:latin typeface="Arial"/>
                <a:ea typeface="Arial Narrow"/>
              </a:rPr>
              <a:t>Prácticas Académicas Externas - 1</a:t>
            </a:r>
            <a:r>
              <a:rPr lang="es-ES_tradnl" sz="2400" b="0" u="none" strike="noStrike" baseline="30000">
                <a:solidFill>
                  <a:srgbClr val="ffffff"/>
                </a:solidFill>
                <a:effectLst/>
                <a:uFillTx/>
                <a:latin typeface="Arial"/>
                <a:ea typeface="Arial Narrow"/>
              </a:rPr>
              <a:t>er</a:t>
            </a:r>
            <a:r>
              <a:rPr lang="es-ES_tradnl" sz="2400" b="0" u="none" strike="noStrike">
                <a:solidFill>
                  <a:srgbClr val="ffffff"/>
                </a:solidFill>
                <a:effectLst/>
                <a:uFillTx/>
                <a:latin typeface="Arial"/>
                <a:ea typeface="Arial Narrow"/>
              </a:rPr>
              <a:t> Cuatrimestre</a:t>
            </a:r>
            <a:endParaRPr lang="es-ES" sz="2400" b="0" u="none" strike="noStrike">
              <a:solidFill>
                <a:srgbClr val="000000"/>
              </a:solidFill>
              <a:effectLst/>
              <a:uFillTx/>
              <a:latin typeface="Arial"/>
            </a:endParaRPr>
          </a:p>
        </p:txBody>
      </p:sp>
      <p:sp>
        <p:nvSpPr>
          <p:cNvPr id="98" name="Rectangle 7"/>
          <p:cNvSpPr/>
          <p:nvPr/>
        </p:nvSpPr>
        <p:spPr>
          <a:xfrm>
            <a:off x="1343520" y="4931640"/>
            <a:ext cx="10513440" cy="328680"/>
          </a:xfrm>
          <a:prstGeom prst="rect">
            <a:avLst/>
          </a:prstGeom>
          <a:noFill/>
          <a:ln w="0">
            <a:noFill/>
          </a:ln>
        </p:spPr>
        <p:style>
          <a:lnRef idx="0"/>
          <a:fillRef idx="0"/>
          <a:effectRef idx="0"/>
          <a:fontRef idx="minor"/>
        </p:style>
        <p:txBody>
          <a:bodyPr lIns="0" rIns="0" tIns="0" bIns="0" anchor="ctr">
            <a:spAutoFit/>
          </a:bodyPr>
          <a:p>
            <a:pPr algn="r" defTabSz="351000">
              <a:lnSpc>
                <a:spcPct val="70000"/>
              </a:lnSpc>
            </a:pPr>
            <a:r>
              <a:rPr lang="es-ES_tradnl" sz="3000" b="0" u="none" strike="noStrike">
                <a:solidFill>
                  <a:srgbClr val="ffffff"/>
                </a:solidFill>
                <a:effectLst/>
                <a:uFillTx/>
                <a:latin typeface="Arial"/>
                <a:ea typeface="Arial"/>
              </a:rPr>
              <a:t>Guía de prácticas – Solicitud RTC o de Centro de prácticas</a:t>
            </a:r>
            <a:endParaRPr lang="es-ES" sz="3000" b="0" u="none" strike="noStrike">
              <a:solidFill>
                <a:srgbClr val="000000"/>
              </a:solidFill>
              <a:effectLst/>
              <a:uFillTx/>
              <a:latin typeface="Arial"/>
            </a:endParaRPr>
          </a:p>
        </p:txBody>
      </p:sp>
      <p:sp>
        <p:nvSpPr>
          <p:cNvPr id="99" name="PlaceHolder 2"/>
          <p:cNvSpPr>
            <a:spLocks noGrp="1"/>
          </p:cNvSpPr>
          <p:nvPr>
            <p:ph type="sldNum" idx="5"/>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5EFB06F0-0BBE-4C66-85DA-C9AE9E8F5BE7}"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Rectángulo 20"/>
          <p:cNvSpPr/>
          <p:nvPr/>
        </p:nvSpPr>
        <p:spPr>
          <a:xfrm>
            <a:off x="423000" y="0"/>
            <a:ext cx="2012400" cy="6147720"/>
          </a:xfrm>
          <a:prstGeom prst="rect">
            <a:avLst/>
          </a:prstGeom>
          <a:solidFill>
            <a:srgbClr val="0098cd"/>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s-ES" sz="1800" b="0" u="none" strike="noStrike">
              <a:solidFill>
                <a:schemeClr val="lt1"/>
              </a:solidFill>
              <a:effectLst/>
              <a:uFillTx/>
              <a:latin typeface="Arial"/>
              <a:ea typeface="Arial"/>
            </a:endParaRPr>
          </a:p>
        </p:txBody>
      </p:sp>
      <p:sp>
        <p:nvSpPr>
          <p:cNvPr id="101" name="Elipse 3"/>
          <p:cNvSpPr/>
          <p:nvPr/>
        </p:nvSpPr>
        <p:spPr>
          <a:xfrm>
            <a:off x="3265200" y="1494720"/>
            <a:ext cx="538920" cy="538920"/>
          </a:xfrm>
          <a:prstGeom prst="ellipse">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2000" b="1" u="none" strike="noStrike">
                <a:solidFill>
                  <a:schemeClr val="lt1"/>
                </a:solidFill>
                <a:effectLst/>
                <a:uFillTx/>
                <a:latin typeface="Arial"/>
                <a:ea typeface="Arial"/>
              </a:rPr>
              <a:t>1</a:t>
            </a:r>
            <a:endParaRPr lang="es-ES" sz="2000" b="0" u="none" strike="noStrike">
              <a:solidFill>
                <a:srgbClr val="ffffff"/>
              </a:solidFill>
              <a:effectLst/>
              <a:uFillTx/>
              <a:latin typeface="Arial"/>
            </a:endParaRPr>
          </a:p>
        </p:txBody>
      </p:sp>
      <p:sp>
        <p:nvSpPr>
          <p:cNvPr id="102" name="Rectangle 2"/>
          <p:cNvSpPr/>
          <p:nvPr/>
        </p:nvSpPr>
        <p:spPr>
          <a:xfrm>
            <a:off x="3953160" y="1564920"/>
            <a:ext cx="3504600" cy="398880"/>
          </a:xfrm>
          <a:prstGeom prst="rect">
            <a:avLst/>
          </a:prstGeom>
          <a:noFill/>
          <a:ln w="0">
            <a:noFill/>
          </a:ln>
        </p:spPr>
        <p:style>
          <a:lnRef idx="0"/>
          <a:fillRef idx="0"/>
          <a:effectRef idx="0"/>
          <a:fontRef idx="minor"/>
        </p:style>
        <p:txBody>
          <a:bodyPr lIns="45720" rIns="45720" tIns="45000" bIns="45000" anchor="t">
            <a:spAutoFit/>
          </a:bodyPr>
          <a:p>
            <a:pPr defTabSz="457200">
              <a:lnSpc>
                <a:spcPct val="100000"/>
              </a:lnSpc>
            </a:pPr>
            <a:r>
              <a:rPr lang="es-ES_tradnl" sz="2000" b="1" u="none" strike="noStrike">
                <a:solidFill>
                  <a:srgbClr val="0098cd"/>
                </a:solidFill>
                <a:effectLst/>
                <a:uFillTx/>
                <a:latin typeface="Arial "/>
                <a:ea typeface="Arial"/>
              </a:rPr>
              <a:t>PRESENTACIÓN</a:t>
            </a:r>
            <a:endParaRPr lang="es-ES" sz="2000" b="0" u="none" strike="noStrike">
              <a:solidFill>
                <a:srgbClr val="000000"/>
              </a:solidFill>
              <a:effectLst/>
              <a:uFillTx/>
              <a:latin typeface="Arial"/>
            </a:endParaRPr>
          </a:p>
        </p:txBody>
      </p:sp>
      <p:sp>
        <p:nvSpPr>
          <p:cNvPr id="103" name="Elipse 5"/>
          <p:cNvSpPr/>
          <p:nvPr/>
        </p:nvSpPr>
        <p:spPr>
          <a:xfrm>
            <a:off x="3265200" y="2167200"/>
            <a:ext cx="538920" cy="538920"/>
          </a:xfrm>
          <a:prstGeom prst="ellipse">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2000" b="1" u="none" strike="noStrike">
                <a:solidFill>
                  <a:schemeClr val="lt1"/>
                </a:solidFill>
                <a:effectLst/>
                <a:uFillTx/>
                <a:latin typeface="Arial"/>
                <a:ea typeface="Arial"/>
              </a:rPr>
              <a:t>2</a:t>
            </a:r>
            <a:endParaRPr lang="es-ES" sz="2000" b="0" u="none" strike="noStrike">
              <a:solidFill>
                <a:srgbClr val="ffffff"/>
              </a:solidFill>
              <a:effectLst/>
              <a:uFillTx/>
              <a:latin typeface="Arial"/>
            </a:endParaRPr>
          </a:p>
        </p:txBody>
      </p:sp>
      <p:sp>
        <p:nvSpPr>
          <p:cNvPr id="104" name="Rectangle 2"/>
          <p:cNvSpPr/>
          <p:nvPr/>
        </p:nvSpPr>
        <p:spPr>
          <a:xfrm>
            <a:off x="3953160" y="2246760"/>
            <a:ext cx="7033680" cy="398880"/>
          </a:xfrm>
          <a:prstGeom prst="rect">
            <a:avLst/>
          </a:prstGeom>
          <a:noFill/>
          <a:ln w="0">
            <a:noFill/>
          </a:ln>
        </p:spPr>
        <p:style>
          <a:lnRef idx="0"/>
          <a:fillRef idx="0"/>
          <a:effectRef idx="0"/>
          <a:fontRef idx="minor"/>
        </p:style>
        <p:txBody>
          <a:bodyPr lIns="45720" rIns="45720" tIns="45000" bIns="45000" anchor="t">
            <a:spAutoFit/>
          </a:bodyPr>
          <a:p>
            <a:pPr defTabSz="457200">
              <a:lnSpc>
                <a:spcPct val="100000"/>
              </a:lnSpc>
            </a:pPr>
            <a:r>
              <a:rPr lang="es-ES_tradnl" sz="2000" b="1" u="none" strike="noStrike">
                <a:solidFill>
                  <a:srgbClr val="0098cd"/>
                </a:solidFill>
                <a:effectLst/>
                <a:uFillTx/>
                <a:latin typeface="Arial "/>
                <a:ea typeface="Arial"/>
              </a:rPr>
              <a:t>PASOS A SEGUIR</a:t>
            </a:r>
            <a:endParaRPr lang="es-ES" sz="2000" b="0" u="none" strike="noStrike">
              <a:solidFill>
                <a:srgbClr val="000000"/>
              </a:solidFill>
              <a:effectLst/>
              <a:uFillTx/>
              <a:latin typeface="Arial"/>
            </a:endParaRPr>
          </a:p>
        </p:txBody>
      </p:sp>
      <p:sp>
        <p:nvSpPr>
          <p:cNvPr id="105" name="Elipse 7"/>
          <p:cNvSpPr/>
          <p:nvPr/>
        </p:nvSpPr>
        <p:spPr>
          <a:xfrm>
            <a:off x="3265200" y="2839680"/>
            <a:ext cx="538920" cy="538920"/>
          </a:xfrm>
          <a:prstGeom prst="ellipse">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2000" b="1" u="none" strike="noStrike">
                <a:solidFill>
                  <a:schemeClr val="lt1"/>
                </a:solidFill>
                <a:effectLst/>
                <a:uFillTx/>
                <a:latin typeface="Arial"/>
                <a:ea typeface="Arial"/>
              </a:rPr>
              <a:t>3</a:t>
            </a:r>
            <a:endParaRPr lang="es-ES" sz="2000" b="0" u="none" strike="noStrike">
              <a:solidFill>
                <a:srgbClr val="ffffff"/>
              </a:solidFill>
              <a:effectLst/>
              <a:uFillTx/>
              <a:latin typeface="Arial"/>
            </a:endParaRPr>
          </a:p>
        </p:txBody>
      </p:sp>
      <p:sp>
        <p:nvSpPr>
          <p:cNvPr id="106" name="Rectangle 2"/>
          <p:cNvSpPr/>
          <p:nvPr/>
        </p:nvSpPr>
        <p:spPr>
          <a:xfrm>
            <a:off x="3953160" y="2928600"/>
            <a:ext cx="6270840" cy="398880"/>
          </a:xfrm>
          <a:prstGeom prst="rect">
            <a:avLst/>
          </a:prstGeom>
          <a:noFill/>
          <a:ln w="0">
            <a:noFill/>
          </a:ln>
        </p:spPr>
        <p:style>
          <a:lnRef idx="0"/>
          <a:fillRef idx="0"/>
          <a:effectRef idx="0"/>
          <a:fontRef idx="minor"/>
        </p:style>
        <p:txBody>
          <a:bodyPr lIns="45720" rIns="45720" tIns="45000" bIns="45000" anchor="t">
            <a:spAutoFit/>
          </a:bodyPr>
          <a:p>
            <a:pPr defTabSz="457200">
              <a:lnSpc>
                <a:spcPct val="100000"/>
              </a:lnSpc>
            </a:pPr>
            <a:r>
              <a:rPr lang="es-ES_tradnl" sz="2000" b="1" u="none" strike="noStrike">
                <a:solidFill>
                  <a:srgbClr val="0098cd"/>
                </a:solidFill>
                <a:effectLst/>
                <a:uFillTx/>
                <a:latin typeface="Arial "/>
                <a:ea typeface="Arial"/>
              </a:rPr>
              <a:t>SOLICITUD DE RECONOCIMIENTO (RTC)</a:t>
            </a:r>
            <a:endParaRPr lang="es-ES" sz="2000" b="0" u="none" strike="noStrike">
              <a:solidFill>
                <a:srgbClr val="000000"/>
              </a:solidFill>
              <a:effectLst/>
              <a:uFillTx/>
              <a:latin typeface="Arial"/>
            </a:endParaRPr>
          </a:p>
        </p:txBody>
      </p:sp>
      <p:sp>
        <p:nvSpPr>
          <p:cNvPr id="107" name="Elipse 9"/>
          <p:cNvSpPr/>
          <p:nvPr/>
        </p:nvSpPr>
        <p:spPr>
          <a:xfrm>
            <a:off x="3265200" y="3512160"/>
            <a:ext cx="538920" cy="538920"/>
          </a:xfrm>
          <a:prstGeom prst="ellipse">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2000" b="1" u="none" strike="noStrike">
                <a:solidFill>
                  <a:schemeClr val="lt1"/>
                </a:solidFill>
                <a:effectLst/>
                <a:uFillTx/>
                <a:latin typeface="Arial"/>
                <a:ea typeface="Arial"/>
              </a:rPr>
              <a:t>4</a:t>
            </a:r>
            <a:endParaRPr lang="es-ES" sz="2000" b="0" u="none" strike="noStrike">
              <a:solidFill>
                <a:srgbClr val="ffffff"/>
              </a:solidFill>
              <a:effectLst/>
              <a:uFillTx/>
              <a:latin typeface="Arial"/>
            </a:endParaRPr>
          </a:p>
        </p:txBody>
      </p:sp>
      <p:sp>
        <p:nvSpPr>
          <p:cNvPr id="108" name="Rectangle 2"/>
          <p:cNvSpPr/>
          <p:nvPr/>
        </p:nvSpPr>
        <p:spPr>
          <a:xfrm>
            <a:off x="3953160" y="3610440"/>
            <a:ext cx="7542360" cy="398880"/>
          </a:xfrm>
          <a:prstGeom prst="rect">
            <a:avLst/>
          </a:prstGeom>
          <a:noFill/>
          <a:ln w="0">
            <a:noFill/>
          </a:ln>
        </p:spPr>
        <p:style>
          <a:lnRef idx="0"/>
          <a:fillRef idx="0"/>
          <a:effectRef idx="0"/>
          <a:fontRef idx="minor"/>
        </p:style>
        <p:txBody>
          <a:bodyPr lIns="45720" rIns="45720" tIns="45000" bIns="45000" anchor="t">
            <a:spAutoFit/>
          </a:bodyPr>
          <a:p>
            <a:pPr defTabSz="457200">
              <a:lnSpc>
                <a:spcPct val="100000"/>
              </a:lnSpc>
            </a:pPr>
            <a:r>
              <a:rPr lang="es-ES" sz="2000" b="1" u="none" strike="noStrike">
                <a:solidFill>
                  <a:srgbClr val="0098cd"/>
                </a:solidFill>
                <a:effectLst/>
                <a:uFillTx/>
                <a:latin typeface="Arial "/>
                <a:ea typeface="Arial"/>
              </a:rPr>
              <a:t>SOLICITUD DEL CENTRO DE PRÁCTICAS</a:t>
            </a:r>
            <a:endParaRPr lang="es-ES" sz="2000" b="0" u="none" strike="noStrike">
              <a:solidFill>
                <a:srgbClr val="000000"/>
              </a:solidFill>
              <a:effectLst/>
              <a:uFillTx/>
              <a:latin typeface="Arial"/>
            </a:endParaRPr>
          </a:p>
        </p:txBody>
      </p:sp>
      <p:sp>
        <p:nvSpPr>
          <p:cNvPr id="109" name="Elipse 13"/>
          <p:cNvSpPr/>
          <p:nvPr/>
        </p:nvSpPr>
        <p:spPr>
          <a:xfrm>
            <a:off x="3265200" y="4184640"/>
            <a:ext cx="538920" cy="561600"/>
          </a:xfrm>
          <a:prstGeom prst="ellipse">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2000" b="1" u="none" strike="noStrike">
                <a:solidFill>
                  <a:schemeClr val="lt1"/>
                </a:solidFill>
                <a:effectLst/>
                <a:uFillTx/>
                <a:latin typeface="Arial"/>
                <a:ea typeface="Arial"/>
              </a:rPr>
              <a:t>5</a:t>
            </a:r>
            <a:endParaRPr lang="es-ES" sz="2000" b="0" u="none" strike="noStrike">
              <a:solidFill>
                <a:srgbClr val="ffffff"/>
              </a:solidFill>
              <a:effectLst/>
              <a:uFillTx/>
              <a:latin typeface="Arial"/>
            </a:endParaRPr>
          </a:p>
        </p:txBody>
      </p:sp>
      <p:sp>
        <p:nvSpPr>
          <p:cNvPr id="110" name="Elipse 14"/>
          <p:cNvSpPr/>
          <p:nvPr/>
        </p:nvSpPr>
        <p:spPr>
          <a:xfrm>
            <a:off x="3265200" y="5574960"/>
            <a:ext cx="538920" cy="561600"/>
          </a:xfrm>
          <a:prstGeom prst="ellipse">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2000" b="1" u="none" strike="noStrike">
                <a:solidFill>
                  <a:schemeClr val="lt1"/>
                </a:solidFill>
                <a:effectLst/>
                <a:uFillTx/>
                <a:latin typeface="Arial"/>
                <a:ea typeface="Arial"/>
              </a:rPr>
              <a:t>7</a:t>
            </a:r>
            <a:endParaRPr lang="es-ES" sz="2000" b="0" u="none" strike="noStrike">
              <a:solidFill>
                <a:srgbClr val="ffffff"/>
              </a:solidFill>
              <a:effectLst/>
              <a:uFillTx/>
              <a:latin typeface="Arial"/>
            </a:endParaRPr>
          </a:p>
        </p:txBody>
      </p:sp>
      <p:sp>
        <p:nvSpPr>
          <p:cNvPr id="111" name="Rectangle 2"/>
          <p:cNvSpPr/>
          <p:nvPr/>
        </p:nvSpPr>
        <p:spPr>
          <a:xfrm>
            <a:off x="3953160" y="4974480"/>
            <a:ext cx="5270760" cy="398880"/>
          </a:xfrm>
          <a:prstGeom prst="rect">
            <a:avLst/>
          </a:prstGeom>
          <a:noFill/>
          <a:ln w="0">
            <a:noFill/>
          </a:ln>
        </p:spPr>
        <p:style>
          <a:lnRef idx="0"/>
          <a:fillRef idx="0"/>
          <a:effectRef idx="0"/>
          <a:fontRef idx="minor"/>
        </p:style>
        <p:txBody>
          <a:bodyPr lIns="45720" rIns="45720" tIns="45000" bIns="45000" anchor="t">
            <a:spAutoFit/>
          </a:bodyPr>
          <a:p>
            <a:pPr defTabSz="457200">
              <a:lnSpc>
                <a:spcPct val="100000"/>
              </a:lnSpc>
            </a:pPr>
            <a:r>
              <a:rPr lang="es-ES_tradnl" sz="2000" b="1" u="none" strike="noStrike">
                <a:solidFill>
                  <a:srgbClr val="0098cd"/>
                </a:solidFill>
                <a:effectLst/>
                <a:uFillTx/>
                <a:latin typeface="Arial "/>
                <a:ea typeface="Arial"/>
              </a:rPr>
              <a:t>PREGUNTAS FRECUENTES</a:t>
            </a:r>
            <a:endParaRPr lang="es-ES" sz="2000" b="0" u="none" strike="noStrike">
              <a:solidFill>
                <a:srgbClr val="000000"/>
              </a:solidFill>
              <a:effectLst/>
              <a:uFillTx/>
              <a:latin typeface="Arial"/>
            </a:endParaRPr>
          </a:p>
        </p:txBody>
      </p:sp>
      <p:sp>
        <p:nvSpPr>
          <p:cNvPr id="112" name="Rectangle 2"/>
          <p:cNvSpPr/>
          <p:nvPr/>
        </p:nvSpPr>
        <p:spPr>
          <a:xfrm>
            <a:off x="3953160" y="4292280"/>
            <a:ext cx="7542360" cy="398880"/>
          </a:xfrm>
          <a:prstGeom prst="rect">
            <a:avLst/>
          </a:prstGeom>
          <a:noFill/>
          <a:ln w="0">
            <a:noFill/>
          </a:ln>
        </p:spPr>
        <p:style>
          <a:lnRef idx="0"/>
          <a:fillRef idx="0"/>
          <a:effectRef idx="0"/>
          <a:fontRef idx="minor"/>
        </p:style>
        <p:txBody>
          <a:bodyPr lIns="45720" rIns="45720" tIns="45000" bIns="45000" anchor="t">
            <a:spAutoFit/>
          </a:bodyPr>
          <a:p>
            <a:pPr defTabSz="457200">
              <a:lnSpc>
                <a:spcPct val="100000"/>
              </a:lnSpc>
            </a:pPr>
            <a:r>
              <a:rPr lang="es-ES" sz="2000" b="1" u="none" strike="noStrike">
                <a:solidFill>
                  <a:srgbClr val="0098cd"/>
                </a:solidFill>
                <a:effectLst/>
                <a:uFillTx/>
                <a:latin typeface="Arial "/>
                <a:ea typeface="Arial"/>
              </a:rPr>
              <a:t>PRÁCTICAS EN EL CENTRO DE TRABAJO HABITUAL</a:t>
            </a:r>
            <a:endParaRPr lang="es-ES" sz="2000" b="0" u="none" strike="noStrike">
              <a:solidFill>
                <a:srgbClr val="000000"/>
              </a:solidFill>
              <a:effectLst/>
              <a:uFillTx/>
              <a:latin typeface="Arial"/>
            </a:endParaRPr>
          </a:p>
        </p:txBody>
      </p:sp>
      <p:sp>
        <p:nvSpPr>
          <p:cNvPr id="113" name="Rectangle 2"/>
          <p:cNvSpPr/>
          <p:nvPr/>
        </p:nvSpPr>
        <p:spPr>
          <a:xfrm>
            <a:off x="3953160" y="5656320"/>
            <a:ext cx="5270760" cy="398880"/>
          </a:xfrm>
          <a:prstGeom prst="rect">
            <a:avLst/>
          </a:prstGeom>
          <a:noFill/>
          <a:ln w="0">
            <a:noFill/>
          </a:ln>
        </p:spPr>
        <p:style>
          <a:lnRef idx="0"/>
          <a:fillRef idx="0"/>
          <a:effectRef idx="0"/>
          <a:fontRef idx="minor"/>
        </p:style>
        <p:txBody>
          <a:bodyPr lIns="45720" rIns="45720" tIns="45000" bIns="45000" anchor="t">
            <a:spAutoFit/>
          </a:bodyPr>
          <a:p>
            <a:pPr defTabSz="457200">
              <a:lnSpc>
                <a:spcPct val="100000"/>
              </a:lnSpc>
            </a:pPr>
            <a:r>
              <a:rPr lang="es-ES_tradnl" sz="2000" b="1" u="none" strike="noStrike">
                <a:solidFill>
                  <a:srgbClr val="0098cd"/>
                </a:solidFill>
                <a:effectLst/>
                <a:uFillTx/>
                <a:latin typeface="Arial "/>
                <a:ea typeface="Arial"/>
              </a:rPr>
              <a:t>RECORDATORIO DE PLAZOS</a:t>
            </a:r>
            <a:endParaRPr lang="es-ES" sz="2000" b="0" u="none" strike="noStrike">
              <a:solidFill>
                <a:srgbClr val="000000"/>
              </a:solidFill>
              <a:effectLst/>
              <a:uFillTx/>
              <a:latin typeface="Arial"/>
            </a:endParaRPr>
          </a:p>
        </p:txBody>
      </p:sp>
      <p:sp>
        <p:nvSpPr>
          <p:cNvPr id="114" name="CuadroTexto 1"/>
          <p:cNvSpPr/>
          <p:nvPr/>
        </p:nvSpPr>
        <p:spPr>
          <a:xfrm>
            <a:off x="474120" y="1166400"/>
            <a:ext cx="1909800" cy="7376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s-ES" sz="1400" b="1" u="none" strike="noStrike">
                <a:solidFill>
                  <a:schemeClr val="lt1"/>
                </a:solidFill>
                <a:effectLst/>
                <a:uFillTx/>
                <a:latin typeface="Arial"/>
                <a:ea typeface="Arial"/>
              </a:rPr>
              <a:t>PRÁCTICAS EN EMPRESA</a:t>
            </a:r>
            <a:endParaRPr lang="es-ES" sz="1400" b="0" u="none" strike="noStrike">
              <a:solidFill>
                <a:srgbClr val="000000"/>
              </a:solidFill>
              <a:effectLst/>
              <a:uFillTx/>
              <a:latin typeface="Arial"/>
            </a:endParaRPr>
          </a:p>
          <a:p>
            <a:pPr algn="ctr" defTabSz="457200">
              <a:lnSpc>
                <a:spcPct val="100000"/>
              </a:lnSpc>
            </a:pPr>
            <a:r>
              <a:rPr lang="es-ES" sz="1400" b="1" u="none" strike="noStrike">
                <a:solidFill>
                  <a:schemeClr val="lt1"/>
                </a:solidFill>
                <a:effectLst/>
                <a:uFillTx/>
                <a:latin typeface="Arial"/>
                <a:ea typeface="Arial"/>
              </a:rPr>
              <a:t>Q1</a:t>
            </a:r>
            <a:endParaRPr lang="es-ES" sz="1400" b="0" u="none" strike="noStrike">
              <a:solidFill>
                <a:srgbClr val="000000"/>
              </a:solidFill>
              <a:effectLst/>
              <a:uFillTx/>
              <a:latin typeface="Arial"/>
            </a:endParaRPr>
          </a:p>
        </p:txBody>
      </p:sp>
      <p:pic>
        <p:nvPicPr>
          <p:cNvPr id="115" name="Picture 5" descr="logoblanco.png"/>
          <p:cNvPicPr/>
          <p:nvPr/>
        </p:nvPicPr>
        <p:blipFill>
          <a:blip r:embed="rId1"/>
          <a:stretch/>
        </p:blipFill>
        <p:spPr>
          <a:xfrm>
            <a:off x="737280" y="448560"/>
            <a:ext cx="1383480" cy="492840"/>
          </a:xfrm>
          <a:prstGeom prst="rect">
            <a:avLst/>
          </a:prstGeom>
          <a:noFill/>
          <a:ln w="0">
            <a:noFill/>
          </a:ln>
          <a:effectLst>
            <a:outerShdw algn="tl" blurRad="291960" dir="2700000" dist="138479" rotWithShape="0">
              <a:srgbClr val="333333">
                <a:alpha val="65000"/>
              </a:srgbClr>
            </a:outerShdw>
          </a:effectLst>
        </p:spPr>
      </p:pic>
      <p:sp>
        <p:nvSpPr>
          <p:cNvPr id="116" name="Elipse 24"/>
          <p:cNvSpPr/>
          <p:nvPr/>
        </p:nvSpPr>
        <p:spPr>
          <a:xfrm>
            <a:off x="3265200" y="4879800"/>
            <a:ext cx="538920" cy="561600"/>
          </a:xfrm>
          <a:prstGeom prst="ellipse">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2000" b="1" u="none" strike="noStrike">
                <a:solidFill>
                  <a:schemeClr val="lt1"/>
                </a:solidFill>
                <a:effectLst/>
                <a:uFillTx/>
                <a:latin typeface="Arial"/>
                <a:ea typeface="Arial"/>
              </a:rPr>
              <a:t>6</a:t>
            </a:r>
            <a:endParaRPr lang="es-ES" sz="2000" b="0" u="none" strike="noStrike">
              <a:solidFill>
                <a:srgbClr val="ffffff"/>
              </a:solidFill>
              <a:effectLst/>
              <a:uFillTx/>
              <a:latin typeface="Arial"/>
            </a:endParaRPr>
          </a:p>
        </p:txBody>
      </p:sp>
      <p:sp>
        <p:nvSpPr>
          <p:cNvPr id="117" name="PlaceHolder 1"/>
          <p:cNvSpPr>
            <a:spLocks noGrp="1"/>
          </p:cNvSpPr>
          <p:nvPr>
            <p:ph type="sldNum" idx="6"/>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3B0C4AE1-996B-45CA-B94A-0D523AD8DE15}"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8" name="Imagen 2"/>
          <p:cNvPicPr/>
          <p:nvPr/>
        </p:nvPicPr>
        <p:blipFill>
          <a:blip r:embed="rId1"/>
          <a:stretch/>
        </p:blipFill>
        <p:spPr>
          <a:xfrm>
            <a:off x="1875600" y="3717000"/>
            <a:ext cx="3993840" cy="2662200"/>
          </a:xfrm>
          <a:prstGeom prst="rect">
            <a:avLst/>
          </a:prstGeom>
          <a:noFill/>
          <a:ln w="0">
            <a:noFill/>
          </a:ln>
        </p:spPr>
      </p:pic>
      <p:sp>
        <p:nvSpPr>
          <p:cNvPr id="119" name="PlaceHolder 1"/>
          <p:cNvSpPr>
            <a:spLocks noGrp="1"/>
          </p:cNvSpPr>
          <p:nvPr>
            <p:ph type="sldNum" idx="7"/>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E3844D9F-61D3-4235-B214-907F5A41E0AB}"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
        <p:nvSpPr>
          <p:cNvPr id="120" name="CuadroTexto 1"/>
          <p:cNvSpPr/>
          <p:nvPr/>
        </p:nvSpPr>
        <p:spPr>
          <a:xfrm>
            <a:off x="5922720" y="2124000"/>
            <a:ext cx="5561640" cy="217044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tabLst>
                <a:tab algn="l" pos="0"/>
              </a:tabLst>
            </a:pPr>
            <a:r>
              <a:rPr lang="es-ES" sz="4800" b="1" u="none" strike="noStrike">
                <a:solidFill>
                  <a:srgbClr val="808080"/>
                </a:solidFill>
                <a:effectLst/>
                <a:uFillTx/>
                <a:latin typeface="Arial"/>
                <a:ea typeface="Arial"/>
              </a:rPr>
              <a:t>NO ESCUCHAR</a:t>
            </a:r>
            <a:endParaRPr lang="es-ES" sz="4800" b="0" u="none" strike="noStrike">
              <a:solidFill>
                <a:srgbClr val="000000"/>
              </a:solidFill>
              <a:effectLst/>
              <a:uFillTx/>
              <a:latin typeface="Arial"/>
            </a:endParaRPr>
          </a:p>
          <a:p>
            <a:pPr algn="just" defTabSz="914400">
              <a:lnSpc>
                <a:spcPct val="150000"/>
              </a:lnSpc>
              <a:tabLst>
                <a:tab algn="l" pos="0"/>
              </a:tabLst>
            </a:pPr>
            <a:r>
              <a:rPr lang="es-ES" sz="4800" b="1" u="none" strike="noStrike">
                <a:solidFill>
                  <a:srgbClr val="808080"/>
                </a:solidFill>
                <a:effectLst/>
                <a:uFillTx/>
                <a:latin typeface="Arial"/>
                <a:ea typeface="Arial"/>
              </a:rPr>
              <a:t>NO LEER</a:t>
            </a:r>
            <a:endParaRPr lang="es-ES" sz="4800" b="0" u="none" strike="noStrike">
              <a:solidFill>
                <a:srgbClr val="000000"/>
              </a:solidFill>
              <a:effectLst/>
              <a:uFillTx/>
              <a:latin typeface="Arial"/>
            </a:endParaRPr>
          </a:p>
        </p:txBody>
      </p:sp>
      <p:sp>
        <p:nvSpPr>
          <p:cNvPr id="121" name="CuadroTexto 5"/>
          <p:cNvSpPr/>
          <p:nvPr/>
        </p:nvSpPr>
        <p:spPr>
          <a:xfrm>
            <a:off x="4617360" y="1244520"/>
            <a:ext cx="6867000" cy="7066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tabLst>
                <a:tab algn="l" pos="0"/>
              </a:tabLst>
            </a:pPr>
            <a:r>
              <a:rPr lang="es-ES" sz="4000" b="0" u="none" strike="noStrike">
                <a:solidFill>
                  <a:srgbClr val="0098cd"/>
                </a:solidFill>
                <a:effectLst/>
                <a:uFillTx/>
                <a:latin typeface="Arial"/>
                <a:ea typeface="Arial"/>
              </a:rPr>
              <a:t>PRINCIPALES PROBLEMAS</a:t>
            </a:r>
            <a:endParaRPr lang="es-ES" sz="4000" b="0" u="none" strike="noStrike">
              <a:solidFill>
                <a:srgbClr val="000000"/>
              </a:solidFill>
              <a:effectLst/>
              <a:uFillTx/>
              <a:latin typeface="Arial"/>
            </a:endParaRPr>
          </a:p>
        </p:txBody>
      </p:sp>
      <p:sp>
        <p:nvSpPr>
          <p:cNvPr id="122" name="CuadroTexto 5"/>
          <p:cNvSpPr/>
          <p:nvPr/>
        </p:nvSpPr>
        <p:spPr>
          <a:xfrm>
            <a:off x="6108120" y="4581000"/>
            <a:ext cx="6082560" cy="64512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tabLst>
                <a:tab algn="l" pos="0"/>
              </a:tabLst>
            </a:pPr>
            <a:r>
              <a:rPr lang="es-ES" sz="3600" b="0" u="none" strike="noStrike">
                <a:solidFill>
                  <a:srgbClr val="0098cd"/>
                </a:solidFill>
                <a:effectLst/>
                <a:uFillTx/>
                <a:latin typeface="Arial"/>
                <a:ea typeface="Arial"/>
              </a:rPr>
              <a:t>Y SEGUIR TAN FELICES …</a:t>
            </a:r>
            <a:endParaRPr lang="es-ES" sz="3600" b="0" u="none" strike="noStrike">
              <a:solidFill>
                <a:srgbClr val="000000"/>
              </a:solidFill>
              <a:effectLst/>
              <a:uFillTx/>
              <a:latin typeface="Arial"/>
            </a:endParaRPr>
          </a:p>
        </p:txBody>
      </p:sp>
      <p:pic>
        <p:nvPicPr>
          <p:cNvPr id="123" name="Imagen 7"/>
          <p:cNvPicPr/>
          <p:nvPr/>
        </p:nvPicPr>
        <p:blipFill>
          <a:blip r:embed="rId2"/>
          <a:stretch/>
        </p:blipFill>
        <p:spPr>
          <a:xfrm>
            <a:off x="0" y="0"/>
            <a:ext cx="2710440" cy="372276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4" name="Imagen 9"/>
          <p:cNvPicPr/>
          <p:nvPr/>
        </p:nvPicPr>
        <p:blipFill>
          <a:blip r:embed="rId1"/>
          <a:stretch/>
        </p:blipFill>
        <p:spPr>
          <a:xfrm>
            <a:off x="0" y="-4680"/>
            <a:ext cx="3155400" cy="3000240"/>
          </a:xfrm>
          <a:prstGeom prst="rect">
            <a:avLst/>
          </a:prstGeom>
          <a:noFill/>
          <a:ln w="0">
            <a:noFill/>
          </a:ln>
          <a:effectLst>
            <a:outerShdw algn="tl" blurRad="291960" dir="2700000" dist="138479" rotWithShape="0">
              <a:srgbClr val="333333">
                <a:alpha val="65000"/>
              </a:srgbClr>
            </a:outerShdw>
          </a:effectLst>
        </p:spPr>
      </p:pic>
      <p:pic>
        <p:nvPicPr>
          <p:cNvPr id="125" name="Imagen 2"/>
          <p:cNvPicPr/>
          <p:nvPr/>
        </p:nvPicPr>
        <p:blipFill>
          <a:blip r:embed="rId2"/>
          <a:stretch/>
        </p:blipFill>
        <p:spPr>
          <a:xfrm>
            <a:off x="6234120" y="2421000"/>
            <a:ext cx="5960520" cy="3970080"/>
          </a:xfrm>
          <a:prstGeom prst="rect">
            <a:avLst/>
          </a:prstGeom>
          <a:noFill/>
          <a:ln w="0">
            <a:noFill/>
          </a:ln>
        </p:spPr>
      </p:pic>
      <p:sp>
        <p:nvSpPr>
          <p:cNvPr id="126" name="PlaceHolder 1"/>
          <p:cNvSpPr>
            <a:spLocks noGrp="1"/>
          </p:cNvSpPr>
          <p:nvPr>
            <p:ph type="sldNum" idx="8"/>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1CFBD9FB-4AA0-484D-AE7D-B75880C67AC0}"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
        <p:nvSpPr>
          <p:cNvPr id="127" name="CuadroTexto 2"/>
          <p:cNvSpPr/>
          <p:nvPr/>
        </p:nvSpPr>
        <p:spPr>
          <a:xfrm>
            <a:off x="1022400" y="2726640"/>
            <a:ext cx="6532560" cy="1630080"/>
          </a:xfrm>
          <a:prstGeom prst="rect">
            <a:avLst/>
          </a:prstGeom>
          <a:noFill/>
          <a:ln w="0">
            <a:noFill/>
          </a:ln>
        </p:spPr>
        <p:style>
          <a:lnRef idx="0"/>
          <a:fillRef idx="0"/>
          <a:effectRef idx="0"/>
          <a:fontRef idx="minor"/>
        </p:style>
        <p:txBody>
          <a:bodyPr lIns="90000" rIns="90000" tIns="45000" bIns="45000" anchor="t">
            <a:spAutoFit/>
          </a:bodyPr>
          <a:p>
            <a:pPr marL="285840" indent="-285840" defTabSz="457200">
              <a:lnSpc>
                <a:spcPct val="100000"/>
              </a:lnSpc>
              <a:spcAft>
                <a:spcPts val="1199"/>
              </a:spcAft>
              <a:buClr>
                <a:srgbClr val="535353"/>
              </a:buClr>
              <a:buFont typeface="Arial"/>
              <a:buChar char="•"/>
            </a:pPr>
            <a:r>
              <a:rPr lang="es-ES" sz="2000" b="0" u="none" strike="noStrike">
                <a:solidFill>
                  <a:srgbClr val="535353"/>
                </a:solidFill>
                <a:effectLst/>
                <a:uFillTx/>
                <a:latin typeface="Arial"/>
                <a:ea typeface="Arial"/>
              </a:rPr>
              <a:t>PARA SABER QUÉ HACER Y CÓMO HACERLO</a:t>
            </a:r>
            <a:endParaRPr lang="es-ES" sz="2000" b="0" u="none" strike="noStrike">
              <a:solidFill>
                <a:srgbClr val="000000"/>
              </a:solidFill>
              <a:effectLst/>
              <a:uFillTx/>
              <a:latin typeface="Arial"/>
            </a:endParaRPr>
          </a:p>
          <a:p>
            <a:pPr marL="285840" indent="-285840" defTabSz="457200">
              <a:lnSpc>
                <a:spcPct val="100000"/>
              </a:lnSpc>
              <a:spcAft>
                <a:spcPts val="1199"/>
              </a:spcAft>
              <a:buClr>
                <a:srgbClr val="535353"/>
              </a:buClr>
              <a:buFont typeface="Arial"/>
              <a:buChar char="•"/>
            </a:pPr>
            <a:r>
              <a:rPr lang="es-ES" sz="2000" b="0" u="none" strike="noStrike">
                <a:solidFill>
                  <a:srgbClr val="535353"/>
                </a:solidFill>
                <a:effectLst/>
                <a:uFillTx/>
                <a:latin typeface="Arial"/>
                <a:ea typeface="Arial"/>
              </a:rPr>
              <a:t>PARA NO PERDER EL TIEMPO </a:t>
            </a:r>
            <a:endParaRPr lang="es-ES" sz="2000" b="0" u="none" strike="noStrike">
              <a:solidFill>
                <a:srgbClr val="000000"/>
              </a:solidFill>
              <a:effectLst/>
              <a:uFillTx/>
              <a:latin typeface="Arial"/>
            </a:endParaRPr>
          </a:p>
          <a:p>
            <a:pPr marL="285840" indent="-285840" defTabSz="457200">
              <a:lnSpc>
                <a:spcPct val="100000"/>
              </a:lnSpc>
              <a:spcAft>
                <a:spcPts val="1199"/>
              </a:spcAft>
              <a:buClr>
                <a:srgbClr val="535353"/>
              </a:buClr>
              <a:buFont typeface="Arial"/>
              <a:buChar char="•"/>
            </a:pPr>
            <a:r>
              <a:rPr lang="es-ES" sz="2000" b="0" u="none" strike="noStrike">
                <a:solidFill>
                  <a:srgbClr val="535353"/>
                </a:solidFill>
                <a:effectLst/>
                <a:uFillTx/>
                <a:latin typeface="Arial"/>
                <a:ea typeface="Arial"/>
              </a:rPr>
              <a:t>PARA NO IR CONTRARRELOJ AL FINAL DE LOS PLAZOS</a:t>
            </a:r>
            <a:endParaRPr lang="es-ES" sz="2000" b="0" u="none" strike="noStrike">
              <a:solidFill>
                <a:srgbClr val="000000"/>
              </a:solidFill>
              <a:effectLst/>
              <a:uFillTx/>
              <a:latin typeface="Arial"/>
            </a:endParaRPr>
          </a:p>
        </p:txBody>
      </p:sp>
      <p:sp>
        <p:nvSpPr>
          <p:cNvPr id="128" name="CuadroTexto 1"/>
          <p:cNvSpPr/>
          <p:nvPr/>
        </p:nvSpPr>
        <p:spPr>
          <a:xfrm>
            <a:off x="0" y="666000"/>
            <a:ext cx="12191040" cy="11991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50000"/>
              </a:lnSpc>
            </a:pPr>
            <a:r>
              <a:rPr lang="es-ES" sz="4800" b="1" u="none" strike="noStrike">
                <a:solidFill>
                  <a:srgbClr val="0098cd"/>
                </a:solidFill>
                <a:effectLst/>
                <a:uFillTx/>
                <a:latin typeface="Arial"/>
                <a:ea typeface="Arial"/>
              </a:rPr>
              <a:t>¿</a:t>
            </a:r>
            <a:r>
              <a:rPr lang="es-ES" sz="4800" b="1" u="none" strike="noStrike">
                <a:solidFill>
                  <a:srgbClr val="0070c0"/>
                </a:solidFill>
                <a:effectLst/>
                <a:uFillTx/>
                <a:latin typeface="Arial"/>
                <a:ea typeface="Arial"/>
              </a:rPr>
              <a:t>Por</a:t>
            </a:r>
            <a:r>
              <a:rPr lang="es-ES" sz="4800" b="1" u="none" strike="noStrike">
                <a:solidFill>
                  <a:srgbClr val="0098cd"/>
                </a:solidFill>
                <a:effectLst/>
                <a:uFillTx/>
                <a:latin typeface="Arial"/>
                <a:ea typeface="Arial"/>
              </a:rPr>
              <a:t> </a:t>
            </a:r>
            <a:r>
              <a:rPr lang="es-ES" sz="4800" b="1" u="none" strike="noStrike">
                <a:solidFill>
                  <a:srgbClr val="0070c0"/>
                </a:solidFill>
                <a:effectLst/>
                <a:uFillTx/>
                <a:latin typeface="Arial"/>
                <a:ea typeface="Arial"/>
              </a:rPr>
              <a:t>qué</a:t>
            </a:r>
            <a:r>
              <a:rPr lang="es-ES" sz="4800" b="1" u="none" strike="noStrike">
                <a:solidFill>
                  <a:srgbClr val="0098cd"/>
                </a:solidFill>
                <a:effectLst/>
                <a:uFillTx/>
                <a:latin typeface="Arial"/>
                <a:ea typeface="Arial"/>
              </a:rPr>
              <a:t> debéis ESCUCHAR y LEER?</a:t>
            </a:r>
            <a:endParaRPr lang="es-ES" sz="4800" b="0" u="none" strike="noStrike">
              <a:solidFill>
                <a:srgbClr val="000000"/>
              </a:solidFill>
              <a:effectLst/>
              <a:uFillTx/>
              <a:latin typeface="Arial"/>
            </a:endParaRPr>
          </a:p>
        </p:txBody>
      </p:sp>
      <p:sp>
        <p:nvSpPr>
          <p:cNvPr id="129" name="Rectángulo 11"/>
          <p:cNvSpPr/>
          <p:nvPr/>
        </p:nvSpPr>
        <p:spPr>
          <a:xfrm>
            <a:off x="945360" y="4747320"/>
            <a:ext cx="6500520" cy="46044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spcAft>
                <a:spcPts val="1199"/>
              </a:spcAft>
            </a:pPr>
            <a:r>
              <a:rPr lang="es-ES" sz="2400" b="1" u="none" strike="noStrike">
                <a:solidFill>
                  <a:srgbClr val="0098cd"/>
                </a:solidFill>
                <a:effectLst/>
                <a:uFillTx/>
                <a:latin typeface="Arial"/>
                <a:ea typeface="Arial"/>
              </a:rPr>
              <a:t>EN DEFINITIVA…. PARA </a:t>
            </a:r>
            <a:r>
              <a:rPr lang="es-ES" sz="2400" b="1" u="sng" strike="noStrike">
                <a:solidFill>
                  <a:srgbClr val="0098cd"/>
                </a:solidFill>
                <a:effectLst/>
                <a:uFillTx/>
                <a:latin typeface="Arial"/>
                <a:ea typeface="Arial"/>
              </a:rPr>
              <a:t>SUPERAR LA ASIGNATURA</a:t>
            </a:r>
            <a:endParaRPr lang="es-E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Elipse 3"/>
          <p:cNvSpPr/>
          <p:nvPr/>
        </p:nvSpPr>
        <p:spPr>
          <a:xfrm>
            <a:off x="4115520" y="772560"/>
            <a:ext cx="3959640" cy="4023360"/>
          </a:xfrm>
          <a:prstGeom prst="ellipse">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8000" b="1" u="none" strike="noStrike">
                <a:solidFill>
                  <a:schemeClr val="lt1"/>
                </a:solidFill>
                <a:effectLst/>
                <a:uFillTx/>
                <a:latin typeface="Arial"/>
                <a:ea typeface="Arial"/>
              </a:rPr>
              <a:t>1</a:t>
            </a:r>
            <a:endParaRPr lang="es-ES" sz="18000" b="0" u="none" strike="noStrike">
              <a:solidFill>
                <a:srgbClr val="ffffff"/>
              </a:solidFill>
              <a:effectLst/>
              <a:uFillTx/>
              <a:latin typeface="Arial"/>
            </a:endParaRPr>
          </a:p>
        </p:txBody>
      </p:sp>
      <p:sp>
        <p:nvSpPr>
          <p:cNvPr id="131" name="Rectangle 2"/>
          <p:cNvSpPr/>
          <p:nvPr/>
        </p:nvSpPr>
        <p:spPr>
          <a:xfrm>
            <a:off x="1523880" y="5373360"/>
            <a:ext cx="9142920" cy="522720"/>
          </a:xfrm>
          <a:prstGeom prst="rect">
            <a:avLst/>
          </a:prstGeom>
          <a:noFill/>
          <a:ln w="0">
            <a:noFill/>
          </a:ln>
        </p:spPr>
        <p:style>
          <a:lnRef idx="0"/>
          <a:fillRef idx="0"/>
          <a:effectRef idx="0"/>
          <a:fontRef idx="minor"/>
        </p:style>
        <p:txBody>
          <a:bodyPr lIns="45720" rIns="45720" tIns="45000" bIns="45000" anchor="t">
            <a:spAutoFit/>
          </a:bodyPr>
          <a:p>
            <a:pPr algn="ctr" defTabSz="457200">
              <a:lnSpc>
                <a:spcPct val="100000"/>
              </a:lnSpc>
            </a:pPr>
            <a:r>
              <a:rPr lang="es-ES_tradnl" sz="2800" b="1" u="none" strike="noStrike">
                <a:solidFill>
                  <a:srgbClr val="0098cd"/>
                </a:solidFill>
                <a:effectLst/>
                <a:uFillTx/>
                <a:latin typeface="Arial "/>
                <a:ea typeface="Arial"/>
              </a:rPr>
              <a:t>PRESENTACIÓN</a:t>
            </a:r>
            <a:endParaRPr lang="es-ES" sz="2800" b="0" u="none" strike="noStrike">
              <a:solidFill>
                <a:srgbClr val="000000"/>
              </a:solidFill>
              <a:effectLst/>
              <a:uFillTx/>
              <a:latin typeface="Arial"/>
            </a:endParaRPr>
          </a:p>
        </p:txBody>
      </p:sp>
      <p:pic>
        <p:nvPicPr>
          <p:cNvPr id="132" name="Picture 5" descr="logoblanco.png"/>
          <p:cNvPicPr/>
          <p:nvPr/>
        </p:nvPicPr>
        <p:blipFill>
          <a:blip r:embed="rId1"/>
          <a:stretch/>
        </p:blipFill>
        <p:spPr>
          <a:xfrm>
            <a:off x="5246640" y="3795120"/>
            <a:ext cx="1697760" cy="605160"/>
          </a:xfrm>
          <a:prstGeom prst="rect">
            <a:avLst/>
          </a:prstGeom>
          <a:noFill/>
          <a:ln w="0">
            <a:noFill/>
          </a:ln>
          <a:effectLst>
            <a:outerShdw algn="tl" blurRad="291960" dir="2700000" dist="138479" rotWithShape="0">
              <a:srgbClr val="333333">
                <a:alpha val="65000"/>
              </a:srgbClr>
            </a:outerShdw>
          </a:effectLst>
        </p:spPr>
      </p:pic>
      <p:sp>
        <p:nvSpPr>
          <p:cNvPr id="133" name="PlaceHolder 1"/>
          <p:cNvSpPr>
            <a:spLocks noGrp="1"/>
          </p:cNvSpPr>
          <p:nvPr>
            <p:ph type="sldNum" idx="9"/>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52EBF052-80FB-469E-9425-CFD4B33664C2}"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sldNum" idx="10"/>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2FB3D262-2502-4413-BA73-BB5B30D3F638}"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
        <p:nvSpPr>
          <p:cNvPr id="135" name="Marcador de contenido 2"/>
          <p:cNvSpPr/>
          <p:nvPr/>
        </p:nvSpPr>
        <p:spPr>
          <a:xfrm>
            <a:off x="695520" y="1052640"/>
            <a:ext cx="10800000" cy="4752000"/>
          </a:xfrm>
          <a:prstGeom prst="rect">
            <a:avLst/>
          </a:prstGeom>
          <a:noFill/>
          <a:ln w="0">
            <a:noFill/>
          </a:ln>
        </p:spPr>
        <p:style>
          <a:lnRef idx="0"/>
          <a:fillRef idx="0"/>
          <a:effectRef idx="0"/>
          <a:fontRef idx="minor"/>
        </p:style>
        <p:txBody>
          <a:bodyPr lIns="90000" rIns="90000" tIns="45000" bIns="45000" anchor="t">
            <a:noAutofit/>
          </a:bodyPr>
          <a:p>
            <a:pPr algn="ctr" defTabSz="457200">
              <a:lnSpc>
                <a:spcPct val="100000"/>
              </a:lnSpc>
              <a:spcBef>
                <a:spcPts val="400"/>
              </a:spcBef>
              <a:tabLst>
                <a:tab algn="l" pos="0"/>
              </a:tabLst>
            </a:pPr>
            <a:endParaRPr lang="es-ES" sz="3600" b="0" u="none" strike="noStrike">
              <a:solidFill>
                <a:srgbClr val="000000"/>
              </a:solidFill>
              <a:effectLst/>
              <a:uFillTx/>
              <a:latin typeface="Arial"/>
            </a:endParaRPr>
          </a:p>
          <a:p>
            <a:pPr algn="ctr" defTabSz="457200">
              <a:lnSpc>
                <a:spcPct val="100000"/>
              </a:lnSpc>
              <a:spcBef>
                <a:spcPts val="400"/>
              </a:spcBef>
              <a:tabLst>
                <a:tab algn="l" pos="0"/>
              </a:tabLst>
            </a:pPr>
            <a:r>
              <a:rPr lang="es-ES" sz="3600" b="1" u="none" strike="noStrike">
                <a:solidFill>
                  <a:schemeClr val="accent1">
                    <a:lumMod val="75000"/>
                  </a:schemeClr>
                </a:solidFill>
                <a:effectLst/>
                <a:uFillTx/>
                <a:latin typeface="Calibri"/>
                <a:ea typeface="MS PGothic"/>
              </a:rPr>
              <a:t>Acerca de las prácticas externas</a:t>
            </a:r>
            <a:endParaRPr lang="es-ES" sz="3600" b="0" u="none" strike="noStrike">
              <a:solidFill>
                <a:srgbClr val="000000"/>
              </a:solidFill>
              <a:effectLst/>
              <a:uFillTx/>
              <a:latin typeface="Arial"/>
            </a:endParaRPr>
          </a:p>
          <a:p>
            <a:pPr algn="ctr" defTabSz="457200">
              <a:lnSpc>
                <a:spcPct val="100000"/>
              </a:lnSpc>
              <a:spcBef>
                <a:spcPts val="400"/>
              </a:spcBef>
              <a:tabLst>
                <a:tab algn="l" pos="0"/>
              </a:tabLst>
            </a:pPr>
            <a:r>
              <a:rPr lang="es-ES" sz="2800" b="0" u="none" strike="noStrike">
                <a:solidFill>
                  <a:schemeClr val="accent1">
                    <a:lumMod val="75000"/>
                  </a:schemeClr>
                </a:solidFill>
                <a:effectLst/>
                <a:uFillTx/>
                <a:latin typeface="Calibri"/>
                <a:ea typeface="MS PGothic"/>
              </a:rPr>
              <a:t>Asignatura: 6 ECTS</a:t>
            </a:r>
            <a:endParaRPr lang="es-ES" sz="2800" b="0" u="none" strike="noStrike">
              <a:solidFill>
                <a:srgbClr val="000000"/>
              </a:solidFill>
              <a:effectLst/>
              <a:uFillTx/>
              <a:latin typeface="Arial"/>
            </a:endParaRPr>
          </a:p>
          <a:p>
            <a:pPr algn="ctr" defTabSz="457200">
              <a:lnSpc>
                <a:spcPct val="100000"/>
              </a:lnSpc>
              <a:spcBef>
                <a:spcPts val="400"/>
              </a:spcBef>
              <a:tabLst>
                <a:tab algn="l" pos="0"/>
              </a:tabLst>
            </a:pPr>
            <a:r>
              <a:rPr lang="es-ES" sz="2800" b="0" u="none" strike="noStrike">
                <a:solidFill>
                  <a:schemeClr val="accent1">
                    <a:lumMod val="75000"/>
                  </a:schemeClr>
                </a:solidFill>
                <a:effectLst/>
                <a:uFillTx/>
                <a:latin typeface="Calibri"/>
                <a:ea typeface="MS PGothic"/>
              </a:rPr>
              <a:t>Carácter: Obligatoria</a:t>
            </a:r>
            <a:endParaRPr lang="es-ES" sz="2800" b="0" u="none" strike="noStrike">
              <a:solidFill>
                <a:srgbClr val="000000"/>
              </a:solidFill>
              <a:effectLst/>
              <a:uFillTx/>
              <a:latin typeface="Arial"/>
            </a:endParaRPr>
          </a:p>
          <a:p>
            <a:pPr algn="ctr" defTabSz="457200">
              <a:lnSpc>
                <a:spcPct val="100000"/>
              </a:lnSpc>
              <a:tabLst>
                <a:tab algn="l" pos="0"/>
              </a:tabLst>
            </a:pPr>
            <a:endParaRPr lang="es-ES" sz="1800" b="0" u="none" strike="noStrike">
              <a:solidFill>
                <a:srgbClr val="000000"/>
              </a:solidFill>
              <a:effectLst/>
              <a:uFillTx/>
              <a:latin typeface="Arial"/>
            </a:endParaRPr>
          </a:p>
          <a:p>
            <a:pPr algn="ctr" defTabSz="457200">
              <a:lnSpc>
                <a:spcPct val="100000"/>
              </a:lnSpc>
              <a:spcBef>
                <a:spcPts val="400"/>
              </a:spcBef>
              <a:tabLst>
                <a:tab algn="l" pos="0"/>
              </a:tabLst>
            </a:pPr>
            <a:endParaRPr lang="es-ES" sz="3600" b="0" u="none" strike="noStrike">
              <a:solidFill>
                <a:srgbClr val="000000"/>
              </a:solidFill>
              <a:effectLst/>
              <a:uFillTx/>
              <a:latin typeface="Arial"/>
            </a:endParaRPr>
          </a:p>
          <a:p>
            <a:pPr algn="ctr" defTabSz="457200">
              <a:lnSpc>
                <a:spcPct val="100000"/>
              </a:lnSpc>
              <a:spcBef>
                <a:spcPts val="400"/>
              </a:spcBef>
              <a:tabLst>
                <a:tab algn="l" pos="0"/>
              </a:tabLst>
            </a:pPr>
            <a:r>
              <a:rPr lang="es-ES" sz="3200" b="0" u="none" strike="noStrike">
                <a:solidFill>
                  <a:schemeClr val="accent1">
                    <a:lumMod val="75000"/>
                  </a:schemeClr>
                </a:solidFill>
                <a:effectLst/>
                <a:uFillTx/>
                <a:latin typeface="Calibri"/>
                <a:ea typeface="MS PGothic"/>
              </a:rPr>
              <a:t>Adquisición y demostración de experiencia laboral directamente relacionada con la temática del máster.</a:t>
            </a:r>
            <a:endParaRPr lang="es-ES" sz="3200" b="0" u="none" strike="noStrike">
              <a:solidFill>
                <a:srgbClr val="000000"/>
              </a:solidFill>
              <a:effectLst/>
              <a:uFillTx/>
              <a:latin typeface="Arial"/>
            </a:endParaRPr>
          </a:p>
        </p:txBody>
      </p:sp>
      <p:sp>
        <p:nvSpPr>
          <p:cNvPr id="136" name="Proceso alternativo 9"/>
          <p:cNvSpPr/>
          <p:nvPr/>
        </p:nvSpPr>
        <p:spPr>
          <a:xfrm>
            <a:off x="447120" y="304560"/>
            <a:ext cx="2443320" cy="305280"/>
          </a:xfrm>
          <a:prstGeom prst="flowChartAlternateProcess">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200" b="1" u="none" strike="noStrike">
                <a:solidFill>
                  <a:schemeClr val="lt1"/>
                </a:solidFill>
                <a:effectLst/>
                <a:uFillTx/>
                <a:latin typeface="Arial"/>
                <a:ea typeface="Arial"/>
              </a:rPr>
              <a:t>1. PRESENTACIÓN</a:t>
            </a:r>
            <a:endParaRPr lang="es-E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sldNum" idx="11"/>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DF20DAF9-4AFF-418A-AAEC-1394C78A7E31}"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
        <p:nvSpPr>
          <p:cNvPr id="138" name="Proceso alternativo 3"/>
          <p:cNvSpPr/>
          <p:nvPr/>
        </p:nvSpPr>
        <p:spPr>
          <a:xfrm>
            <a:off x="447120" y="304560"/>
            <a:ext cx="2443320" cy="305280"/>
          </a:xfrm>
          <a:prstGeom prst="flowChartAlternateProcess">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200" b="1" u="none" strike="noStrike">
                <a:solidFill>
                  <a:schemeClr val="lt1"/>
                </a:solidFill>
                <a:effectLst/>
                <a:uFillTx/>
                <a:latin typeface="Arial"/>
                <a:ea typeface="Arial"/>
              </a:rPr>
              <a:t>1. PRESENTACIÓN</a:t>
            </a:r>
            <a:endParaRPr lang="es-ES" sz="1200" b="0" u="none" strike="noStrike">
              <a:solidFill>
                <a:srgbClr val="ffffff"/>
              </a:solidFill>
              <a:effectLst/>
              <a:uFillTx/>
              <a:latin typeface="Arial"/>
            </a:endParaRPr>
          </a:p>
        </p:txBody>
      </p:sp>
      <p:sp>
        <p:nvSpPr>
          <p:cNvPr id="139" name="CuadroTexto 1"/>
          <p:cNvSpPr/>
          <p:nvPr/>
        </p:nvSpPr>
        <p:spPr>
          <a:xfrm>
            <a:off x="333360" y="1181520"/>
            <a:ext cx="11524320" cy="18147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s-ES" sz="2800" b="1" u="none" strike="noStrike">
                <a:solidFill>
                  <a:srgbClr val="0098cd"/>
                </a:solidFill>
                <a:effectLst/>
                <a:uFillTx/>
                <a:latin typeface="Arial"/>
                <a:ea typeface="Arial"/>
              </a:rPr>
              <a:t>Prácticas Externas en Empresa</a:t>
            </a:r>
            <a:endParaRPr lang="es-ES" sz="2800" b="0" u="none" strike="noStrike">
              <a:solidFill>
                <a:srgbClr val="000000"/>
              </a:solidFill>
              <a:effectLst/>
              <a:uFillTx/>
              <a:latin typeface="Arial"/>
            </a:endParaRPr>
          </a:p>
          <a:p>
            <a:pPr algn="ctr" defTabSz="457200">
              <a:lnSpc>
                <a:spcPct val="100000"/>
              </a:lnSpc>
            </a:pPr>
            <a:endParaRPr lang="es-ES" sz="2800" b="0" u="none" strike="noStrike">
              <a:solidFill>
                <a:srgbClr val="000000"/>
              </a:solidFill>
              <a:effectLst/>
              <a:uFillTx/>
              <a:latin typeface="Arial"/>
            </a:endParaRPr>
          </a:p>
          <a:p>
            <a:pPr algn="ctr" defTabSz="457200">
              <a:lnSpc>
                <a:spcPct val="100000"/>
              </a:lnSpc>
            </a:pPr>
            <a:r>
              <a:rPr lang="es-ES" sz="2800" b="1" u="none" strike="noStrike">
                <a:solidFill>
                  <a:srgbClr val="0098cd"/>
                </a:solidFill>
                <a:effectLst/>
                <a:uFillTx/>
                <a:latin typeface="Arial"/>
                <a:ea typeface="Arial"/>
              </a:rPr>
              <a:t>Máster Universitario en Análisis y Visualización de Datos Masivos / Master in Visual Analytics and Big Data</a:t>
            </a:r>
            <a:endParaRPr lang="es-ES" sz="2800" b="0" u="none" strike="noStrike">
              <a:solidFill>
                <a:srgbClr val="000000"/>
              </a:solidFill>
              <a:effectLst/>
              <a:uFillTx/>
              <a:latin typeface="Arial"/>
            </a:endParaRPr>
          </a:p>
        </p:txBody>
      </p:sp>
      <p:graphicFrame>
        <p:nvGraphicFramePr>
          <p:cNvPr id="140" name="Diagram1"/>
          <p:cNvGraphicFramePr/>
          <p:nvPr>
            <p:extLst>
              <p:ext uri="{D42A27DB-BD31-4B8C-83A1-F6EECF244321}">
                <p14:modId xmlns:p14="http://schemas.microsoft.com/office/powerpoint/2010/main" val="2487770811"/>
              </p:ext>
            </p:extLst>
          </p:nvPr>
        </p:nvGraphicFramePr>
        <p:xfrm>
          <a:off x="119160" y="3285000"/>
          <a:ext cx="11926800" cy="151092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141" name="Imagen 2"/>
          <p:cNvPicPr/>
          <p:nvPr/>
        </p:nvPicPr>
        <p:blipFill>
          <a:blip r:embed="rId6"/>
          <a:stretch/>
        </p:blipFill>
        <p:spPr>
          <a:xfrm>
            <a:off x="9736560" y="4869000"/>
            <a:ext cx="1510920" cy="1510920"/>
          </a:xfrm>
          <a:prstGeom prst="rect">
            <a:avLst/>
          </a:prstGeom>
          <a:noFill/>
          <a:ln w="0">
            <a:noFill/>
          </a:ln>
        </p:spPr>
      </p:pic>
      <p:pic>
        <p:nvPicPr>
          <p:cNvPr id="142" name="Imagen 4"/>
          <p:cNvPicPr/>
          <p:nvPr/>
        </p:nvPicPr>
        <p:blipFill>
          <a:blip r:embed="rId7"/>
          <a:stretch/>
        </p:blipFill>
        <p:spPr>
          <a:xfrm>
            <a:off x="1415520" y="4869000"/>
            <a:ext cx="1036800" cy="1510920"/>
          </a:xfrm>
          <a:prstGeom prst="rect">
            <a:avLst/>
          </a:prstGeom>
          <a:noFill/>
          <a:ln w="0">
            <a:noFill/>
          </a:ln>
        </p:spPr>
      </p:pic>
      <p:pic>
        <p:nvPicPr>
          <p:cNvPr id="143" name="Imagen 8"/>
          <p:cNvPicPr/>
          <p:nvPr/>
        </p:nvPicPr>
        <p:blipFill>
          <a:blip r:embed="rId8"/>
          <a:stretch/>
        </p:blipFill>
        <p:spPr>
          <a:xfrm>
            <a:off x="5339880" y="4869000"/>
            <a:ext cx="1509120" cy="151092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Elipse 3"/>
          <p:cNvSpPr/>
          <p:nvPr/>
        </p:nvSpPr>
        <p:spPr>
          <a:xfrm>
            <a:off x="4115520" y="772560"/>
            <a:ext cx="3959640" cy="4023360"/>
          </a:xfrm>
          <a:prstGeom prst="ellipse">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8000" b="1" u="none" strike="noStrike">
                <a:solidFill>
                  <a:schemeClr val="lt1"/>
                </a:solidFill>
                <a:effectLst/>
                <a:uFillTx/>
                <a:latin typeface="Arial"/>
                <a:ea typeface="Arial"/>
              </a:rPr>
              <a:t>2</a:t>
            </a:r>
            <a:endParaRPr lang="es-ES" sz="18000" b="0" u="none" strike="noStrike">
              <a:solidFill>
                <a:srgbClr val="ffffff"/>
              </a:solidFill>
              <a:effectLst/>
              <a:uFillTx/>
              <a:latin typeface="Arial"/>
            </a:endParaRPr>
          </a:p>
        </p:txBody>
      </p:sp>
      <p:sp>
        <p:nvSpPr>
          <p:cNvPr id="145" name="Rectangle 2"/>
          <p:cNvSpPr/>
          <p:nvPr/>
        </p:nvSpPr>
        <p:spPr>
          <a:xfrm>
            <a:off x="1523880" y="5373360"/>
            <a:ext cx="9142920" cy="522720"/>
          </a:xfrm>
          <a:prstGeom prst="rect">
            <a:avLst/>
          </a:prstGeom>
          <a:noFill/>
          <a:ln w="0">
            <a:noFill/>
          </a:ln>
        </p:spPr>
        <p:style>
          <a:lnRef idx="0"/>
          <a:fillRef idx="0"/>
          <a:effectRef idx="0"/>
          <a:fontRef idx="minor"/>
        </p:style>
        <p:txBody>
          <a:bodyPr lIns="45720" rIns="45720" tIns="45000" bIns="45000" anchor="t">
            <a:spAutoFit/>
          </a:bodyPr>
          <a:p>
            <a:pPr algn="ctr" defTabSz="457200">
              <a:lnSpc>
                <a:spcPct val="100000"/>
              </a:lnSpc>
            </a:pPr>
            <a:r>
              <a:rPr lang="es-ES_tradnl" sz="2800" b="1" u="none" strike="noStrike">
                <a:solidFill>
                  <a:srgbClr val="0098cd"/>
                </a:solidFill>
                <a:effectLst/>
                <a:uFillTx/>
                <a:latin typeface="Arial "/>
                <a:ea typeface="Arial"/>
              </a:rPr>
              <a:t>PASOS A SEGUIR</a:t>
            </a:r>
            <a:endParaRPr lang="es-ES" sz="2800" b="0" u="none" strike="noStrike">
              <a:solidFill>
                <a:srgbClr val="000000"/>
              </a:solidFill>
              <a:effectLst/>
              <a:uFillTx/>
              <a:latin typeface="Arial"/>
            </a:endParaRPr>
          </a:p>
        </p:txBody>
      </p:sp>
      <p:pic>
        <p:nvPicPr>
          <p:cNvPr id="146" name="Picture 5" descr="logoblanco.png"/>
          <p:cNvPicPr/>
          <p:nvPr/>
        </p:nvPicPr>
        <p:blipFill>
          <a:blip r:embed="rId1"/>
          <a:stretch/>
        </p:blipFill>
        <p:spPr>
          <a:xfrm>
            <a:off x="5246640" y="3795120"/>
            <a:ext cx="1697760" cy="605160"/>
          </a:xfrm>
          <a:prstGeom prst="rect">
            <a:avLst/>
          </a:prstGeom>
          <a:noFill/>
          <a:ln w="0">
            <a:noFill/>
          </a:ln>
          <a:effectLst>
            <a:outerShdw algn="tl" blurRad="291960" dir="2700000" dist="138479" rotWithShape="0">
              <a:srgbClr val="333333">
                <a:alpha val="65000"/>
              </a:srgbClr>
            </a:outerShdw>
          </a:effectLst>
        </p:spPr>
      </p:pic>
      <p:sp>
        <p:nvSpPr>
          <p:cNvPr id="147" name="PlaceHolder 1"/>
          <p:cNvSpPr>
            <a:spLocks noGrp="1"/>
          </p:cNvSpPr>
          <p:nvPr>
            <p:ph type="sldNum" idx="12"/>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9C64C4A5-FA4C-455D-AC3C-F3E97D0376D4}"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8" name="Imagen 5" descr="Interfaz de usuario gráfica, Texto, Aplicación, Correo electrónico&#10;&#10;Descripción generada automáticamente"/>
          <p:cNvPicPr/>
          <p:nvPr/>
        </p:nvPicPr>
        <p:blipFill>
          <a:blip r:embed="rId1"/>
          <a:stretch/>
        </p:blipFill>
        <p:spPr>
          <a:xfrm>
            <a:off x="144360" y="729000"/>
            <a:ext cx="11902320" cy="5398920"/>
          </a:xfrm>
          <a:prstGeom prst="rect">
            <a:avLst/>
          </a:prstGeom>
          <a:noFill/>
          <a:ln w="0">
            <a:noFill/>
          </a:ln>
        </p:spPr>
      </p:pic>
      <p:sp>
        <p:nvSpPr>
          <p:cNvPr id="149" name="PlaceHolder 1"/>
          <p:cNvSpPr>
            <a:spLocks noGrp="1"/>
          </p:cNvSpPr>
          <p:nvPr>
            <p:ph type="sldNum" idx="13"/>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7A7EE19C-AE41-4C23-95CC-F298EC1E2FE4}"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
        <p:nvSpPr>
          <p:cNvPr id="150" name="Proceso alternativo 9"/>
          <p:cNvSpPr/>
          <p:nvPr/>
        </p:nvSpPr>
        <p:spPr>
          <a:xfrm>
            <a:off x="447120" y="304560"/>
            <a:ext cx="2443320" cy="305280"/>
          </a:xfrm>
          <a:prstGeom prst="flowChartAlternateProcess">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200" b="1" u="none" strike="noStrike">
                <a:solidFill>
                  <a:schemeClr val="lt1"/>
                </a:solidFill>
                <a:effectLst/>
                <a:uFillTx/>
                <a:latin typeface="Arial"/>
                <a:ea typeface="Arial"/>
              </a:rPr>
              <a:t>2. PASOS A SEGUIR</a:t>
            </a:r>
            <a:endParaRPr lang="es-ES" sz="1200" b="0" u="none" strike="noStrike">
              <a:solidFill>
                <a:srgbClr val="ffffff"/>
              </a:solidFill>
              <a:effectLst/>
              <a:uFillTx/>
              <a:latin typeface="Arial"/>
            </a:endParaRPr>
          </a:p>
        </p:txBody>
      </p:sp>
      <p:sp>
        <p:nvSpPr>
          <p:cNvPr id="151" name="Rectángulo redondeado 3"/>
          <p:cNvSpPr/>
          <p:nvPr/>
        </p:nvSpPr>
        <p:spPr>
          <a:xfrm>
            <a:off x="144360" y="1196640"/>
            <a:ext cx="1510920" cy="286920"/>
          </a:xfrm>
          <a:prstGeom prst="roundRect">
            <a:avLst>
              <a:gd name="adj" fmla="val 34982"/>
            </a:avLst>
          </a:prstGeom>
          <a:noFill/>
          <a:ln w="44450">
            <a:solidFill>
              <a:srgbClr val="ff0000"/>
            </a:solidFill>
            <a:bevel/>
          </a:ln>
        </p:spPr>
        <p:style>
          <a:lnRef idx="0"/>
          <a:fillRef idx="0"/>
          <a:effectRef idx="0"/>
          <a:fontRef idx="minor"/>
        </p:style>
        <p:txBody>
          <a:bodyPr numCol="1" spcCol="0" lIns="45720" rIns="45720" tIns="45000" bIns="45000" anchor="ctr">
            <a:spAutoFit/>
          </a:bodyPr>
          <a:p>
            <a:pPr defTabSz="457200">
              <a:lnSpc>
                <a:spcPct val="100000"/>
              </a:lnSpc>
              <a:tabLst>
                <a:tab algn="l" pos="0"/>
              </a:tabLst>
            </a:pPr>
            <a:endParaRPr lang="es-ES" sz="1800" b="0" u="none" strike="noStrike">
              <a:solidFill>
                <a:srgbClr val="535353"/>
              </a:solidFill>
              <a:effectLst/>
              <a:uFillTx/>
              <a:latin typeface="Arial"/>
              <a:ea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2" name="Imagen 5" descr="Interfaz de usuario gráfica, Texto, Aplicación, Correo electrónico&#10;&#10;Descripción generada automáticamente"/>
          <p:cNvPicPr/>
          <p:nvPr/>
        </p:nvPicPr>
        <p:blipFill>
          <a:blip r:embed="rId1"/>
          <a:stretch/>
        </p:blipFill>
        <p:spPr>
          <a:xfrm>
            <a:off x="144360" y="729000"/>
            <a:ext cx="11902320" cy="5398920"/>
          </a:xfrm>
          <a:prstGeom prst="rect">
            <a:avLst/>
          </a:prstGeom>
          <a:noFill/>
          <a:ln w="0">
            <a:noFill/>
          </a:ln>
        </p:spPr>
      </p:pic>
      <p:sp>
        <p:nvSpPr>
          <p:cNvPr id="153" name="PlaceHolder 1"/>
          <p:cNvSpPr>
            <a:spLocks noGrp="1"/>
          </p:cNvSpPr>
          <p:nvPr>
            <p:ph type="sldNum" idx="14"/>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5F82B52F-43EE-41B5-9AEA-14303A8EE6AB}"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
        <p:nvSpPr>
          <p:cNvPr id="154" name="Proceso alternativo 9"/>
          <p:cNvSpPr/>
          <p:nvPr/>
        </p:nvSpPr>
        <p:spPr>
          <a:xfrm>
            <a:off x="447120" y="304560"/>
            <a:ext cx="2443320" cy="305280"/>
          </a:xfrm>
          <a:prstGeom prst="flowChartAlternateProcess">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200" b="1" u="none" strike="noStrike">
                <a:solidFill>
                  <a:schemeClr val="lt1"/>
                </a:solidFill>
                <a:effectLst/>
                <a:uFillTx/>
                <a:latin typeface="Arial"/>
                <a:ea typeface="Arial"/>
              </a:rPr>
              <a:t>2. PASOS A SEGUIR</a:t>
            </a:r>
            <a:endParaRPr lang="es-ES" sz="1200" b="0" u="none" strike="noStrike">
              <a:solidFill>
                <a:srgbClr val="ffffff"/>
              </a:solidFill>
              <a:effectLst/>
              <a:uFillTx/>
              <a:latin typeface="Arial"/>
            </a:endParaRPr>
          </a:p>
        </p:txBody>
      </p:sp>
      <p:sp>
        <p:nvSpPr>
          <p:cNvPr id="155" name="Rectángulo redondeado 3"/>
          <p:cNvSpPr/>
          <p:nvPr/>
        </p:nvSpPr>
        <p:spPr>
          <a:xfrm>
            <a:off x="144360" y="1196640"/>
            <a:ext cx="1510920" cy="286920"/>
          </a:xfrm>
          <a:prstGeom prst="roundRect">
            <a:avLst>
              <a:gd name="adj" fmla="val 34982"/>
            </a:avLst>
          </a:prstGeom>
          <a:noFill/>
          <a:ln w="44450">
            <a:solidFill>
              <a:srgbClr val="ff0000"/>
            </a:solidFill>
            <a:bevel/>
          </a:ln>
        </p:spPr>
        <p:style>
          <a:lnRef idx="0"/>
          <a:fillRef idx="0"/>
          <a:effectRef idx="0"/>
          <a:fontRef idx="minor"/>
        </p:style>
        <p:txBody>
          <a:bodyPr numCol="1" spcCol="0" lIns="45720" rIns="45720" tIns="45000" bIns="45000" anchor="ctr">
            <a:spAutoFit/>
          </a:bodyPr>
          <a:p>
            <a:pPr defTabSz="457200">
              <a:lnSpc>
                <a:spcPct val="100000"/>
              </a:lnSpc>
              <a:tabLst>
                <a:tab algn="l" pos="0"/>
              </a:tabLst>
            </a:pPr>
            <a:endParaRPr lang="es-ES" sz="1800" b="0" u="none" strike="noStrike">
              <a:solidFill>
                <a:srgbClr val="535353"/>
              </a:solidFill>
              <a:effectLst/>
              <a:uFillTx/>
              <a:latin typeface="Arial"/>
              <a:ea typeface="Arial"/>
            </a:endParaRPr>
          </a:p>
        </p:txBody>
      </p:sp>
      <p:sp>
        <p:nvSpPr>
          <p:cNvPr id="156" name="CuadroTexto 4"/>
          <p:cNvSpPr/>
          <p:nvPr/>
        </p:nvSpPr>
        <p:spPr>
          <a:xfrm>
            <a:off x="4060080" y="5742720"/>
            <a:ext cx="1492560" cy="2757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lang="es-ES" sz="1200" b="1" u="none" strike="noStrike">
                <a:solidFill>
                  <a:srgbClr val="ff0000"/>
                </a:solidFill>
                <a:effectLst/>
                <a:uFillTx/>
                <a:latin typeface="Calibri"/>
                <a:ea typeface="Arial"/>
              </a:rPr>
              <a:t>¡MUY IMPORTANTE!</a:t>
            </a:r>
            <a:endParaRPr lang="es-ES" sz="1200" b="0" u="none" strike="noStrike">
              <a:solidFill>
                <a:srgbClr val="000000"/>
              </a:solidFill>
              <a:effectLst/>
              <a:uFillTx/>
              <a:latin typeface="Arial"/>
            </a:endParaRPr>
          </a:p>
        </p:txBody>
      </p:sp>
      <p:pic>
        <p:nvPicPr>
          <p:cNvPr id="157" name="Imagen 6"/>
          <p:cNvPicPr/>
          <p:nvPr/>
        </p:nvPicPr>
        <p:blipFill>
          <a:blip r:embed="rId2"/>
          <a:srcRect l="14619" t="12350" r="38628" b="3721"/>
          <a:stretch/>
        </p:blipFill>
        <p:spPr>
          <a:xfrm>
            <a:off x="7743960" y="617400"/>
            <a:ext cx="3881520" cy="5577840"/>
          </a:xfrm>
          <a:prstGeom prst="rect">
            <a:avLst/>
          </a:prstGeom>
          <a:noFill/>
          <a:ln w="0">
            <a:noFill/>
          </a:ln>
          <a:effectLst>
            <a:outerShdw algn="tl" blurRad="291960" dir="2700000" dist="138479" rotWithShape="0">
              <a:srgbClr val="333333">
                <a:alpha val="65000"/>
              </a:srgbClr>
            </a:outerShdw>
          </a:effectLst>
        </p:spPr>
      </p:pic>
      <p:pic>
        <p:nvPicPr>
          <p:cNvPr id="158" name="Imagen 7"/>
          <p:cNvPicPr/>
          <p:nvPr/>
        </p:nvPicPr>
        <p:blipFill>
          <a:blip r:embed="rId3"/>
          <a:srcRect l="14347" t="13332" r="38043" b="4378"/>
          <a:stretch/>
        </p:blipFill>
        <p:spPr>
          <a:xfrm rot="1101600">
            <a:off x="6189120" y="612000"/>
            <a:ext cx="3845160" cy="5320080"/>
          </a:xfrm>
          <a:prstGeom prst="rect">
            <a:avLst/>
          </a:prstGeom>
          <a:noFill/>
          <a:ln w="0">
            <a:noFill/>
          </a:ln>
          <a:effectLst>
            <a:outerShdw algn="tl" blurRad="291960" dir="2700000" dist="138479" rotWithShape="0">
              <a:srgbClr val="333333">
                <a:alpha val="65000"/>
              </a:srgbClr>
            </a:outerShdw>
          </a:effectLst>
        </p:spPr>
      </p:pic>
      <p:sp>
        <p:nvSpPr>
          <p:cNvPr id="159" name="Rectángulo redondeado 15"/>
          <p:cNvSpPr/>
          <p:nvPr/>
        </p:nvSpPr>
        <p:spPr>
          <a:xfrm>
            <a:off x="1986120" y="5726520"/>
            <a:ext cx="1914480" cy="286920"/>
          </a:xfrm>
          <a:prstGeom prst="roundRect">
            <a:avLst>
              <a:gd name="adj" fmla="val 34982"/>
            </a:avLst>
          </a:prstGeom>
          <a:noFill/>
          <a:ln w="44450">
            <a:solidFill>
              <a:srgbClr val="ff0000"/>
            </a:solidFill>
            <a:bevel/>
          </a:ln>
        </p:spPr>
        <p:style>
          <a:lnRef idx="0"/>
          <a:fillRef idx="0"/>
          <a:effectRef idx="0"/>
          <a:fontRef idx="minor"/>
        </p:style>
        <p:txBody>
          <a:bodyPr numCol="1" spcCol="0" lIns="45720" rIns="45720" tIns="45000" bIns="45000" anchor="ctr">
            <a:spAutoFit/>
          </a:bodyPr>
          <a:p>
            <a:pPr defTabSz="457200">
              <a:lnSpc>
                <a:spcPct val="100000"/>
              </a:lnSpc>
              <a:tabLst>
                <a:tab algn="l" pos="0"/>
              </a:tabLst>
            </a:pPr>
            <a:endParaRPr lang="es-ES" sz="1800" b="0" u="none" strike="noStrike">
              <a:solidFill>
                <a:srgbClr val="535353"/>
              </a:solidFill>
              <a:effectLst/>
              <a:uFillTx/>
              <a:latin typeface="Arial"/>
              <a:ea typeface="Arial"/>
            </a:endParaRPr>
          </a:p>
        </p:txBody>
      </p:sp>
      <p:cxnSp>
        <p:nvCxnSpPr>
          <p:cNvPr id="160" name="Conector recto de flecha 10"/>
          <p:cNvCxnSpPr>
            <a:stCxn id="159" idx="3"/>
          </p:cNvCxnSpPr>
          <p:nvPr/>
        </p:nvCxnSpPr>
        <p:spPr>
          <a:xfrm flipV="1">
            <a:off x="3900600" y="4559400"/>
            <a:ext cx="2196360" cy="1311120"/>
          </a:xfrm>
          <a:prstGeom prst="straightConnector1">
            <a:avLst/>
          </a:prstGeom>
          <a:ln w="6350">
            <a:solidFill>
              <a:srgbClr val="ff0000"/>
            </a:solidFill>
            <a:prstDash val="dash"/>
            <a:miter/>
            <a:tailEnd len="med" type="triangle" w="med"/>
          </a:ln>
        </p:spPr>
      </p:cxn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Elipse 3"/>
          <p:cNvSpPr/>
          <p:nvPr/>
        </p:nvSpPr>
        <p:spPr>
          <a:xfrm>
            <a:off x="4115520" y="772560"/>
            <a:ext cx="3959640" cy="4023360"/>
          </a:xfrm>
          <a:prstGeom prst="ellipse">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8000" b="1" u="none" strike="noStrike">
                <a:solidFill>
                  <a:schemeClr val="lt1"/>
                </a:solidFill>
                <a:effectLst/>
                <a:uFillTx/>
                <a:latin typeface="Arial"/>
                <a:ea typeface="Arial"/>
              </a:rPr>
              <a:t>3</a:t>
            </a:r>
            <a:endParaRPr lang="es-ES" sz="18000" b="0" u="none" strike="noStrike">
              <a:solidFill>
                <a:srgbClr val="ffffff"/>
              </a:solidFill>
              <a:effectLst/>
              <a:uFillTx/>
              <a:latin typeface="Arial"/>
            </a:endParaRPr>
          </a:p>
        </p:txBody>
      </p:sp>
      <p:sp>
        <p:nvSpPr>
          <p:cNvPr id="162" name="Rectangle 2"/>
          <p:cNvSpPr/>
          <p:nvPr/>
        </p:nvSpPr>
        <p:spPr>
          <a:xfrm>
            <a:off x="1523880" y="5373360"/>
            <a:ext cx="9142920" cy="522720"/>
          </a:xfrm>
          <a:prstGeom prst="rect">
            <a:avLst/>
          </a:prstGeom>
          <a:noFill/>
          <a:ln w="0">
            <a:noFill/>
          </a:ln>
        </p:spPr>
        <p:style>
          <a:lnRef idx="0"/>
          <a:fillRef idx="0"/>
          <a:effectRef idx="0"/>
          <a:fontRef idx="minor"/>
        </p:style>
        <p:txBody>
          <a:bodyPr lIns="45720" rIns="45720" tIns="45000" bIns="45000" anchor="t">
            <a:spAutoFit/>
          </a:bodyPr>
          <a:p>
            <a:pPr algn="ctr" defTabSz="457200">
              <a:lnSpc>
                <a:spcPct val="100000"/>
              </a:lnSpc>
            </a:pPr>
            <a:r>
              <a:rPr lang="es-ES_tradnl" sz="2800" b="1" u="none" strike="noStrike">
                <a:solidFill>
                  <a:srgbClr val="0098cd"/>
                </a:solidFill>
                <a:effectLst/>
                <a:uFillTx/>
                <a:latin typeface="Arial "/>
                <a:ea typeface="Arial"/>
              </a:rPr>
              <a:t>SOLICITUD DE RECONOCIMIENTO (RTC)</a:t>
            </a:r>
            <a:endParaRPr lang="es-ES" sz="2800" b="0" u="none" strike="noStrike">
              <a:solidFill>
                <a:srgbClr val="000000"/>
              </a:solidFill>
              <a:effectLst/>
              <a:uFillTx/>
              <a:latin typeface="Arial"/>
            </a:endParaRPr>
          </a:p>
        </p:txBody>
      </p:sp>
      <p:pic>
        <p:nvPicPr>
          <p:cNvPr id="163" name="Picture 5" descr="logoblanco.png"/>
          <p:cNvPicPr/>
          <p:nvPr/>
        </p:nvPicPr>
        <p:blipFill>
          <a:blip r:embed="rId1"/>
          <a:stretch/>
        </p:blipFill>
        <p:spPr>
          <a:xfrm>
            <a:off x="5246640" y="3795120"/>
            <a:ext cx="1697760" cy="605160"/>
          </a:xfrm>
          <a:prstGeom prst="rect">
            <a:avLst/>
          </a:prstGeom>
          <a:noFill/>
          <a:ln w="0">
            <a:noFill/>
          </a:ln>
          <a:effectLst>
            <a:outerShdw algn="tl" blurRad="291960" dir="2700000" dist="138479" rotWithShape="0">
              <a:srgbClr val="333333">
                <a:alpha val="65000"/>
              </a:srgbClr>
            </a:outerShdw>
          </a:effectLst>
        </p:spPr>
      </p:pic>
      <p:sp>
        <p:nvSpPr>
          <p:cNvPr id="164" name="PlaceHolder 1"/>
          <p:cNvSpPr>
            <a:spLocks noGrp="1"/>
          </p:cNvSpPr>
          <p:nvPr>
            <p:ph type="sldNum" idx="15"/>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620A36B6-773E-4967-8CC6-47944EDB3041}"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5" name="Imagen 5" descr="Interfaz de usuario gráfica, Texto, Aplicación, Correo electrónico&#10;&#10;Descripción generada automáticamente"/>
          <p:cNvPicPr/>
          <p:nvPr/>
        </p:nvPicPr>
        <p:blipFill>
          <a:blip r:embed="rId1"/>
          <a:stretch/>
        </p:blipFill>
        <p:spPr>
          <a:xfrm>
            <a:off x="137520" y="729000"/>
            <a:ext cx="11916000" cy="5398920"/>
          </a:xfrm>
          <a:prstGeom prst="rect">
            <a:avLst/>
          </a:prstGeom>
          <a:noFill/>
          <a:ln w="0">
            <a:noFill/>
          </a:ln>
        </p:spPr>
      </p:pic>
      <p:sp>
        <p:nvSpPr>
          <p:cNvPr id="166" name="PlaceHolder 1"/>
          <p:cNvSpPr>
            <a:spLocks noGrp="1"/>
          </p:cNvSpPr>
          <p:nvPr>
            <p:ph type="sldNum" idx="16"/>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04DA3474-E1AE-445D-A46D-661D1A94158B}"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
        <p:nvSpPr>
          <p:cNvPr id="167" name="Proceso alternativo 9"/>
          <p:cNvSpPr/>
          <p:nvPr/>
        </p:nvSpPr>
        <p:spPr>
          <a:xfrm>
            <a:off x="447120" y="304560"/>
            <a:ext cx="3631680" cy="305280"/>
          </a:xfrm>
          <a:prstGeom prst="flowChartAlternateProcess">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200" b="1" u="none" strike="noStrike">
                <a:solidFill>
                  <a:schemeClr val="lt1"/>
                </a:solidFill>
                <a:effectLst/>
                <a:uFillTx/>
                <a:latin typeface="Arial"/>
                <a:ea typeface="Arial"/>
              </a:rPr>
              <a:t>3. SOLICITUD DE RECONOCIMIENTO (RTC)</a:t>
            </a:r>
            <a:endParaRPr lang="es-ES" sz="1200" b="0" u="none" strike="noStrike">
              <a:solidFill>
                <a:srgbClr val="ffffff"/>
              </a:solidFill>
              <a:effectLst/>
              <a:uFillTx/>
              <a:latin typeface="Arial"/>
            </a:endParaRPr>
          </a:p>
        </p:txBody>
      </p:sp>
      <p:sp>
        <p:nvSpPr>
          <p:cNvPr id="168" name="Rectángulo redondeado 3"/>
          <p:cNvSpPr/>
          <p:nvPr/>
        </p:nvSpPr>
        <p:spPr>
          <a:xfrm>
            <a:off x="137520" y="1196640"/>
            <a:ext cx="1492920" cy="286920"/>
          </a:xfrm>
          <a:prstGeom prst="roundRect">
            <a:avLst>
              <a:gd name="adj" fmla="val 34982"/>
            </a:avLst>
          </a:prstGeom>
          <a:noFill/>
          <a:ln w="44450">
            <a:solidFill>
              <a:srgbClr val="ff0000"/>
            </a:solidFill>
            <a:bevel/>
          </a:ln>
        </p:spPr>
        <p:style>
          <a:lnRef idx="0"/>
          <a:fillRef idx="0"/>
          <a:effectRef idx="0"/>
          <a:fontRef idx="minor"/>
        </p:style>
        <p:txBody>
          <a:bodyPr numCol="1" spcCol="0" lIns="45720" rIns="45720" tIns="45000" bIns="45000" anchor="ctr">
            <a:spAutoFit/>
          </a:bodyPr>
          <a:p>
            <a:pPr defTabSz="457200">
              <a:lnSpc>
                <a:spcPct val="100000"/>
              </a:lnSpc>
              <a:tabLst>
                <a:tab algn="l" pos="0"/>
              </a:tabLst>
            </a:pPr>
            <a:endParaRPr lang="es-ES" sz="1800" b="0" u="none" strike="noStrike">
              <a:solidFill>
                <a:srgbClr val="535353"/>
              </a:solidFill>
              <a:effectLst/>
              <a:uFillTx/>
              <a:latin typeface="Arial"/>
              <a:ea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sldNum" idx="17"/>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DB4DFEC8-438B-4672-AB88-E395F58AE55B}"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
        <p:nvSpPr>
          <p:cNvPr id="170" name="Proceso alternativo 9"/>
          <p:cNvSpPr/>
          <p:nvPr/>
        </p:nvSpPr>
        <p:spPr>
          <a:xfrm>
            <a:off x="447120" y="304560"/>
            <a:ext cx="3631680" cy="305280"/>
          </a:xfrm>
          <a:prstGeom prst="flowChartAlternateProcess">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200" b="1" u="none" strike="noStrike">
                <a:solidFill>
                  <a:schemeClr val="lt1"/>
                </a:solidFill>
                <a:effectLst/>
                <a:uFillTx/>
                <a:latin typeface="Arial"/>
                <a:ea typeface="Arial"/>
              </a:rPr>
              <a:t>3. SOLICITUD DE RECONOCIMIENTO (RTC)</a:t>
            </a:r>
            <a:endParaRPr lang="es-ES" sz="1200" b="0" u="none" strike="noStrike">
              <a:solidFill>
                <a:srgbClr val="ffffff"/>
              </a:solidFill>
              <a:effectLst/>
              <a:uFillTx/>
              <a:latin typeface="Arial"/>
            </a:endParaRPr>
          </a:p>
        </p:txBody>
      </p:sp>
      <p:pic>
        <p:nvPicPr>
          <p:cNvPr id="171" name="Imagen 2"/>
          <p:cNvPicPr/>
          <p:nvPr/>
        </p:nvPicPr>
        <p:blipFill>
          <a:blip r:embed="rId1"/>
          <a:stretch/>
        </p:blipFill>
        <p:spPr>
          <a:xfrm>
            <a:off x="366120" y="1002960"/>
            <a:ext cx="11458440" cy="485136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sldNum" idx="18"/>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CB4DD757-669A-450B-9053-043C4D97C93E}"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
        <p:nvSpPr>
          <p:cNvPr id="173" name="Proceso alternativo 9"/>
          <p:cNvSpPr/>
          <p:nvPr/>
        </p:nvSpPr>
        <p:spPr>
          <a:xfrm>
            <a:off x="447120" y="304560"/>
            <a:ext cx="3631680" cy="305280"/>
          </a:xfrm>
          <a:prstGeom prst="flowChartAlternateProcess">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200" b="1" u="none" strike="noStrike">
                <a:solidFill>
                  <a:schemeClr val="lt1"/>
                </a:solidFill>
                <a:effectLst/>
                <a:uFillTx/>
                <a:latin typeface="Arial"/>
                <a:ea typeface="Arial"/>
              </a:rPr>
              <a:t>3. SOLICITUD DE RECONOCIMIENTO (RTC)</a:t>
            </a:r>
            <a:endParaRPr lang="es-ES" sz="1200" b="0" u="none" strike="noStrike">
              <a:solidFill>
                <a:srgbClr val="ffffff"/>
              </a:solidFill>
              <a:effectLst/>
              <a:uFillTx/>
              <a:latin typeface="Arial"/>
            </a:endParaRPr>
          </a:p>
        </p:txBody>
      </p:sp>
      <p:sp>
        <p:nvSpPr>
          <p:cNvPr id="174" name="Rectángulo: esquinas redondeadas 11"/>
          <p:cNvSpPr/>
          <p:nvPr/>
        </p:nvSpPr>
        <p:spPr>
          <a:xfrm>
            <a:off x="6232680" y="3750480"/>
            <a:ext cx="4339080" cy="2112840"/>
          </a:xfrm>
          <a:prstGeom prst="roundRect">
            <a:avLst>
              <a:gd name="adj" fmla="val 1666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s-ES" sz="1800" b="0" u="none" strike="noStrike">
              <a:solidFill>
                <a:schemeClr val="lt1"/>
              </a:solidFill>
              <a:effectLst/>
              <a:uFillTx/>
              <a:latin typeface="Arial"/>
              <a:ea typeface="Arial"/>
            </a:endParaRPr>
          </a:p>
        </p:txBody>
      </p:sp>
      <p:sp>
        <p:nvSpPr>
          <p:cNvPr id="175" name="Rectángulo: esquinas redondeadas 3"/>
          <p:cNvSpPr/>
          <p:nvPr/>
        </p:nvSpPr>
        <p:spPr>
          <a:xfrm>
            <a:off x="1648800" y="3750480"/>
            <a:ext cx="4339080" cy="2112840"/>
          </a:xfrm>
          <a:prstGeom prst="roundRect">
            <a:avLst>
              <a:gd name="adj" fmla="val 1666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s-ES" sz="1800" b="0" u="none" strike="noStrike">
              <a:solidFill>
                <a:schemeClr val="lt1"/>
              </a:solidFill>
              <a:effectLst/>
              <a:uFillTx/>
              <a:latin typeface="Arial"/>
              <a:ea typeface="Arial"/>
            </a:endParaRPr>
          </a:p>
        </p:txBody>
      </p:sp>
      <p:sp>
        <p:nvSpPr>
          <p:cNvPr id="176" name="1 Marcador de contenido"/>
          <p:cNvSpPr/>
          <p:nvPr/>
        </p:nvSpPr>
        <p:spPr>
          <a:xfrm>
            <a:off x="0" y="1106280"/>
            <a:ext cx="12129480" cy="2228400"/>
          </a:xfrm>
          <a:prstGeom prst="rect">
            <a:avLst/>
          </a:prstGeom>
          <a:noFill/>
          <a:ln w="0">
            <a:noFill/>
          </a:ln>
        </p:spPr>
        <p:style>
          <a:lnRef idx="0"/>
          <a:fillRef idx="0"/>
          <a:effectRef idx="0"/>
          <a:fontRef idx="minor"/>
        </p:style>
        <p:txBody>
          <a:bodyPr lIns="90000" rIns="90000" tIns="45000" bIns="45000" anchor="t">
            <a:noAutofit/>
          </a:bodyPr>
          <a:p>
            <a:pPr defTabSz="457200">
              <a:lnSpc>
                <a:spcPct val="100000"/>
              </a:lnSpc>
              <a:spcBef>
                <a:spcPts val="400"/>
              </a:spcBef>
              <a:tabLst>
                <a:tab algn="l" pos="0"/>
              </a:tabLst>
            </a:pPr>
            <a:endParaRPr lang="es-ES" sz="2000" b="0" u="none" strike="noStrike">
              <a:solidFill>
                <a:srgbClr val="000000"/>
              </a:solidFill>
              <a:effectLst/>
              <a:uFillTx/>
              <a:latin typeface="Arial"/>
            </a:endParaRPr>
          </a:p>
          <a:p>
            <a:pPr algn="ctr" defTabSz="457200">
              <a:lnSpc>
                <a:spcPct val="100000"/>
              </a:lnSpc>
              <a:spcBef>
                <a:spcPts val="400"/>
              </a:spcBef>
              <a:tabLst>
                <a:tab algn="l" pos="0"/>
              </a:tabLst>
            </a:pPr>
            <a:r>
              <a:rPr lang="es-ES" sz="2000" b="0" u="none" strike="noStrike">
                <a:solidFill>
                  <a:srgbClr val="0098cd"/>
                </a:solidFill>
                <a:effectLst/>
                <a:uFillTx/>
                <a:latin typeface="Arial"/>
                <a:ea typeface="MS PGothic"/>
              </a:rPr>
              <a:t>El </a:t>
            </a:r>
            <a:r>
              <a:rPr lang="es-ES" sz="2000" b="1" u="none" strike="noStrike">
                <a:solidFill>
                  <a:srgbClr val="0098cd"/>
                </a:solidFill>
                <a:effectLst/>
                <a:uFillTx/>
                <a:latin typeface="Arial"/>
                <a:ea typeface="MS PGothic"/>
              </a:rPr>
              <a:t>RECONOCIMIENTO DE PRÁCTICAS </a:t>
            </a:r>
            <a:r>
              <a:rPr lang="es-ES" sz="2000" b="0" u="none" strike="noStrike">
                <a:solidFill>
                  <a:srgbClr val="0098cd"/>
                </a:solidFill>
                <a:effectLst/>
                <a:uFillTx/>
                <a:latin typeface="Arial"/>
                <a:ea typeface="MS PGothic"/>
              </a:rPr>
              <a:t>se gestiona a través del departamento de </a:t>
            </a:r>
            <a:endParaRPr lang="es-ES" sz="2000" b="0" u="none" strike="noStrike">
              <a:solidFill>
                <a:srgbClr val="000000"/>
              </a:solidFill>
              <a:effectLst/>
              <a:uFillTx/>
              <a:latin typeface="Arial"/>
            </a:endParaRPr>
          </a:p>
          <a:p>
            <a:pPr algn="ctr" defTabSz="457200">
              <a:lnSpc>
                <a:spcPct val="100000"/>
              </a:lnSpc>
              <a:spcBef>
                <a:spcPts val="400"/>
              </a:spcBef>
              <a:tabLst>
                <a:tab algn="l" pos="0"/>
              </a:tabLst>
            </a:pPr>
            <a:r>
              <a:rPr lang="es-ES" sz="2000" b="1" u="none" strike="noStrike">
                <a:solidFill>
                  <a:srgbClr val="0098cd"/>
                </a:solidFill>
                <a:effectLst/>
                <a:uFillTx/>
                <a:latin typeface="Arial"/>
                <a:ea typeface="MS PGothic"/>
              </a:rPr>
              <a:t>Reconocimiento y Transferencia de Créditos (RTC)</a:t>
            </a:r>
            <a:endParaRPr lang="es-ES" sz="2000" b="0" u="none" strike="noStrike">
              <a:solidFill>
                <a:srgbClr val="000000"/>
              </a:solidFill>
              <a:effectLst/>
              <a:uFillTx/>
              <a:latin typeface="Arial"/>
            </a:endParaRPr>
          </a:p>
          <a:p>
            <a:pPr defTabSz="457200">
              <a:lnSpc>
                <a:spcPct val="100000"/>
              </a:lnSpc>
              <a:spcBef>
                <a:spcPts val="400"/>
              </a:spcBef>
              <a:tabLst>
                <a:tab algn="l" pos="0"/>
              </a:tabLst>
            </a:pPr>
            <a:endParaRPr lang="es-ES" sz="2000" b="0" u="none" strike="noStrike">
              <a:solidFill>
                <a:srgbClr val="000000"/>
              </a:solidFill>
              <a:effectLst/>
              <a:uFillTx/>
              <a:latin typeface="Arial"/>
            </a:endParaRPr>
          </a:p>
          <a:p>
            <a:pPr defTabSz="457200">
              <a:lnSpc>
                <a:spcPct val="100000"/>
              </a:lnSpc>
              <a:spcBef>
                <a:spcPts val="400"/>
              </a:spcBef>
              <a:tabLst>
                <a:tab algn="l" pos="0"/>
              </a:tabLst>
            </a:pPr>
            <a:endParaRPr lang="es-ES" sz="2000" b="0" u="none" strike="noStrike">
              <a:solidFill>
                <a:srgbClr val="000000"/>
              </a:solidFill>
              <a:effectLst/>
              <a:uFillTx/>
              <a:latin typeface="Arial"/>
            </a:endParaRPr>
          </a:p>
          <a:p>
            <a:pPr algn="ctr" defTabSz="457200">
              <a:lnSpc>
                <a:spcPct val="100000"/>
              </a:lnSpc>
              <a:spcBef>
                <a:spcPts val="400"/>
              </a:spcBef>
              <a:tabLst>
                <a:tab algn="l" pos="0"/>
              </a:tabLst>
            </a:pPr>
            <a:r>
              <a:rPr lang="es-ES" sz="2000" b="1" u="none" strike="noStrike">
                <a:solidFill>
                  <a:srgbClr val="0098cd"/>
                </a:solidFill>
                <a:effectLst/>
                <a:uFillTx/>
                <a:latin typeface="Arial"/>
                <a:ea typeface="MS PGothic"/>
              </a:rPr>
              <a:t>Para el reconocimiento de prácticas hace falta:</a:t>
            </a:r>
            <a:endParaRPr lang="es-ES" sz="2000" b="0" u="none" strike="noStrike">
              <a:solidFill>
                <a:srgbClr val="000000"/>
              </a:solidFill>
              <a:effectLst/>
              <a:uFillTx/>
              <a:latin typeface="Arial"/>
            </a:endParaRPr>
          </a:p>
          <a:p>
            <a:pPr defTabSz="457200">
              <a:lnSpc>
                <a:spcPct val="100000"/>
              </a:lnSpc>
              <a:spcBef>
                <a:spcPts val="400"/>
              </a:spcBef>
              <a:tabLst>
                <a:tab algn="l" pos="0"/>
              </a:tabLst>
            </a:pPr>
            <a:endParaRPr lang="es-ES" sz="2000" b="0" u="none" strike="noStrike">
              <a:solidFill>
                <a:srgbClr val="000000"/>
              </a:solidFill>
              <a:effectLst/>
              <a:uFillTx/>
              <a:latin typeface="Arial"/>
            </a:endParaRPr>
          </a:p>
        </p:txBody>
      </p:sp>
      <p:sp>
        <p:nvSpPr>
          <p:cNvPr id="177" name="Rectángulo 15"/>
          <p:cNvSpPr/>
          <p:nvPr/>
        </p:nvSpPr>
        <p:spPr>
          <a:xfrm>
            <a:off x="1892160" y="4077000"/>
            <a:ext cx="3872880" cy="14763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s-ES" sz="1800" b="0" u="none" strike="noStrike">
                <a:solidFill>
                  <a:srgbClr val="535353"/>
                </a:solidFill>
                <a:effectLst/>
                <a:uFillTx/>
                <a:latin typeface="Arial"/>
                <a:ea typeface="MS PGothic"/>
              </a:rPr>
              <a:t>Experiencia laboral </a:t>
            </a:r>
            <a:r>
              <a:rPr lang="es-ES" sz="1800" b="1" u="none" strike="noStrike">
                <a:solidFill>
                  <a:srgbClr val="535353"/>
                </a:solidFill>
                <a:effectLst/>
                <a:uFillTx/>
                <a:latin typeface="Arial"/>
                <a:ea typeface="MS PGothic"/>
              </a:rPr>
              <a:t>acreditable </a:t>
            </a:r>
            <a:r>
              <a:rPr lang="es-ES" sz="1800" b="0" u="none" strike="noStrike">
                <a:solidFill>
                  <a:srgbClr val="535353"/>
                </a:solidFill>
                <a:effectLst/>
                <a:uFillTx/>
                <a:latin typeface="Arial"/>
                <a:ea typeface="MS PGothic"/>
              </a:rPr>
              <a:t>(con contrato o certificado laboral) como mínimo de </a:t>
            </a:r>
            <a:r>
              <a:rPr lang="es-ES" sz="1800" b="1" u="none" strike="noStrike">
                <a:solidFill>
                  <a:srgbClr val="535353"/>
                </a:solidFill>
                <a:effectLst/>
                <a:uFillTx/>
                <a:latin typeface="Arial"/>
                <a:ea typeface="MS PGothic"/>
              </a:rPr>
              <a:t>180 HORAS </a:t>
            </a:r>
            <a:r>
              <a:rPr lang="es-ES" sz="1800" b="0" u="none" strike="noStrike">
                <a:solidFill>
                  <a:srgbClr val="535353"/>
                </a:solidFill>
                <a:effectLst/>
                <a:uFillTx/>
                <a:latin typeface="Arial"/>
                <a:ea typeface="MS PGothic"/>
              </a:rPr>
              <a:t>en las que se solicita el reconocimiento.</a:t>
            </a:r>
            <a:endParaRPr lang="es-ES" sz="1800" b="0" u="none" strike="noStrike">
              <a:solidFill>
                <a:srgbClr val="000000"/>
              </a:solidFill>
              <a:effectLst/>
              <a:uFillTx/>
              <a:latin typeface="Arial"/>
            </a:endParaRPr>
          </a:p>
        </p:txBody>
      </p:sp>
      <p:sp>
        <p:nvSpPr>
          <p:cNvPr id="178" name="Rectángulo 16"/>
          <p:cNvSpPr/>
          <p:nvPr/>
        </p:nvSpPr>
        <p:spPr>
          <a:xfrm>
            <a:off x="6232680" y="4221360"/>
            <a:ext cx="3983760" cy="922320"/>
          </a:xfrm>
          <a:prstGeom prst="rect">
            <a:avLst/>
          </a:prstGeom>
          <a:noFill/>
          <a:ln w="0">
            <a:noFill/>
          </a:ln>
        </p:spPr>
        <p:style>
          <a:lnRef idx="0"/>
          <a:fillRef idx="0"/>
          <a:effectRef idx="0"/>
          <a:fontRef idx="minor"/>
        </p:style>
        <p:txBody>
          <a:bodyPr lIns="90000" rIns="90000" tIns="45000" bIns="45000" anchor="t">
            <a:spAutoFit/>
          </a:bodyPr>
          <a:p>
            <a:pPr marL="457200" algn="ctr" defTabSz="457200">
              <a:lnSpc>
                <a:spcPct val="100000"/>
              </a:lnSpc>
            </a:pPr>
            <a:r>
              <a:rPr lang="es-ES" sz="1800" b="0" u="none" strike="noStrike">
                <a:solidFill>
                  <a:srgbClr val="535353"/>
                </a:solidFill>
                <a:effectLst/>
                <a:uFillTx/>
                <a:latin typeface="Arial"/>
                <a:ea typeface="MS PGothic"/>
              </a:rPr>
              <a:t>Funciones en </a:t>
            </a:r>
            <a:r>
              <a:rPr lang="es-ES" sz="1800" b="1" u="none" strike="noStrike">
                <a:solidFill>
                  <a:srgbClr val="535353"/>
                </a:solidFill>
                <a:effectLst/>
                <a:uFillTx/>
                <a:latin typeface="Arial"/>
                <a:ea typeface="MS PGothic"/>
              </a:rPr>
              <a:t>actividades directamente relacionadas con el contenido del Máster </a:t>
            </a:r>
            <a:endParaRPr lang="es-ES" sz="1800" b="0" u="none" strike="noStrike">
              <a:solidFill>
                <a:srgbClr val="000000"/>
              </a:solidFill>
              <a:effectLst/>
              <a:uFillTx/>
              <a:latin typeface="Arial"/>
            </a:endParaRPr>
          </a:p>
        </p:txBody>
      </p:sp>
      <p:sp>
        <p:nvSpPr>
          <p:cNvPr id="179" name="Flecha: cheurón 4"/>
          <p:cNvSpPr/>
          <p:nvPr/>
        </p:nvSpPr>
        <p:spPr>
          <a:xfrm rot="5400000">
            <a:off x="3657960" y="3363120"/>
            <a:ext cx="208440" cy="358200"/>
          </a:xfrm>
          <a:prstGeom prst="chevron">
            <a:avLst>
              <a:gd name="adj" fmla="val 50000"/>
            </a:avLst>
          </a:prstGeom>
          <a:solidFill>
            <a:srgbClr val="a5a5a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s-ES" sz="1800" b="0" u="none" strike="noStrike">
              <a:solidFill>
                <a:schemeClr val="dk1"/>
              </a:solidFill>
              <a:effectLst/>
              <a:uFillTx/>
              <a:latin typeface="Arial"/>
              <a:ea typeface="Arial"/>
            </a:endParaRPr>
          </a:p>
        </p:txBody>
      </p:sp>
      <p:sp>
        <p:nvSpPr>
          <p:cNvPr id="180" name="Flecha: cheurón 13"/>
          <p:cNvSpPr/>
          <p:nvPr/>
        </p:nvSpPr>
        <p:spPr>
          <a:xfrm rot="5400000">
            <a:off x="8299080" y="3348000"/>
            <a:ext cx="208440" cy="358200"/>
          </a:xfrm>
          <a:prstGeom prst="chevron">
            <a:avLst>
              <a:gd name="adj" fmla="val 50000"/>
            </a:avLst>
          </a:prstGeom>
          <a:solidFill>
            <a:srgbClr val="a5a5a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s-ES" sz="1800" b="0" u="none" strike="noStrike">
              <a:solidFill>
                <a:schemeClr val="dk1"/>
              </a:solidFill>
              <a:effectLst/>
              <a:uFillTx/>
              <a:latin typeface="Arial"/>
              <a:ea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sldNum" idx="19"/>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5E119F9D-C31D-415F-825C-DE5D1F90DF72}"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
        <p:nvSpPr>
          <p:cNvPr id="182" name="Proceso alternativo 9"/>
          <p:cNvSpPr/>
          <p:nvPr/>
        </p:nvSpPr>
        <p:spPr>
          <a:xfrm>
            <a:off x="447120" y="304560"/>
            <a:ext cx="3631680" cy="305280"/>
          </a:xfrm>
          <a:prstGeom prst="flowChartAlternateProcess">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200" b="1" u="none" strike="noStrike">
                <a:solidFill>
                  <a:schemeClr val="lt1"/>
                </a:solidFill>
                <a:effectLst/>
                <a:uFillTx/>
                <a:latin typeface="Arial"/>
                <a:ea typeface="Arial"/>
              </a:rPr>
              <a:t>3. SOLICITUD DE RECONOCIMIENTO (RTC)</a:t>
            </a:r>
            <a:endParaRPr lang="es-ES" sz="1200" b="0" u="none" strike="noStrike">
              <a:solidFill>
                <a:srgbClr val="ffffff"/>
              </a:solidFill>
              <a:effectLst/>
              <a:uFillTx/>
              <a:latin typeface="Arial"/>
            </a:endParaRPr>
          </a:p>
        </p:txBody>
      </p:sp>
      <p:sp>
        <p:nvSpPr>
          <p:cNvPr id="183" name="Marcador de contenido 2"/>
          <p:cNvSpPr/>
          <p:nvPr/>
        </p:nvSpPr>
        <p:spPr>
          <a:xfrm>
            <a:off x="263520" y="836640"/>
            <a:ext cx="11664360" cy="4353120"/>
          </a:xfrm>
          <a:prstGeom prst="rect">
            <a:avLst/>
          </a:prstGeom>
          <a:noFill/>
          <a:ln w="0">
            <a:noFill/>
          </a:ln>
        </p:spPr>
        <p:style>
          <a:lnRef idx="0"/>
          <a:fillRef idx="0"/>
          <a:effectRef idx="0"/>
          <a:fontRef idx="minor"/>
        </p:style>
        <p:txBody>
          <a:bodyPr lIns="90000" rIns="90000" tIns="45000" bIns="45000" anchor="t">
            <a:noAutofit/>
          </a:bodyPr>
          <a:p>
            <a:pPr algn="just" defTabSz="457200">
              <a:lnSpc>
                <a:spcPct val="100000"/>
              </a:lnSpc>
              <a:spcBef>
                <a:spcPts val="400"/>
              </a:spcBef>
              <a:tabLst>
                <a:tab algn="l" pos="0"/>
              </a:tabLst>
            </a:pPr>
            <a:r>
              <a:rPr lang="es-ES" sz="2000" b="1" u="none" strike="noStrike">
                <a:solidFill>
                  <a:schemeClr val="dk1">
                    <a:lumMod val="75000"/>
                    <a:lumOff val="25000"/>
                  </a:schemeClr>
                </a:solidFill>
                <a:effectLst/>
                <a:uFillTx/>
                <a:latin typeface="Arial"/>
                <a:ea typeface="MS PGothic"/>
              </a:rPr>
              <a:t>Experiencia laboral acreditable:</a:t>
            </a:r>
            <a:endParaRPr lang="es-ES" sz="2000" b="0" u="none" strike="noStrike">
              <a:solidFill>
                <a:srgbClr val="000000"/>
              </a:solidFill>
              <a:effectLst/>
              <a:uFillTx/>
              <a:latin typeface="Arial"/>
            </a:endParaRPr>
          </a:p>
          <a:p>
            <a:pPr algn="just" defTabSz="457200">
              <a:lnSpc>
                <a:spcPct val="100000"/>
              </a:lnSpc>
              <a:spcBef>
                <a:spcPts val="400"/>
              </a:spcBef>
              <a:tabLst>
                <a:tab algn="l" pos="0"/>
              </a:tabLst>
            </a:pPr>
            <a:endParaRPr lang="es-ES" sz="100" b="0" u="none" strike="noStrike">
              <a:solidFill>
                <a:srgbClr val="000000"/>
              </a:solidFill>
              <a:effectLst/>
              <a:uFillTx/>
              <a:latin typeface="Arial"/>
            </a:endParaRPr>
          </a:p>
          <a:p>
            <a:pPr marL="743040" lvl="1" indent="-285840" defTabSz="457200">
              <a:lnSpc>
                <a:spcPct val="100000"/>
              </a:lnSpc>
              <a:spcBef>
                <a:spcPts val="400"/>
              </a:spcBef>
              <a:buClr>
                <a:srgbClr val="0098cd"/>
              </a:buClr>
              <a:buFont typeface="Arial"/>
              <a:buChar char="•"/>
              <a:tabLst>
                <a:tab algn="l" pos="0"/>
              </a:tabLst>
            </a:pPr>
            <a:r>
              <a:rPr lang="es-ES" sz="2000" b="0" u="none" strike="noStrike">
                <a:solidFill>
                  <a:srgbClr val="0098cd"/>
                </a:solidFill>
                <a:effectLst/>
                <a:uFillTx/>
                <a:latin typeface="Arial"/>
                <a:ea typeface="MS PGothic"/>
              </a:rPr>
              <a:t>Desarrollo y/o despliegue de sistemas globales de monitorización, análisis y visualización de datos para el apoyo a la toma de decisiones.</a:t>
            </a:r>
            <a:endParaRPr lang="es-ES" sz="2000" b="0" u="none" strike="noStrike">
              <a:solidFill>
                <a:srgbClr val="000000"/>
              </a:solidFill>
              <a:effectLst/>
              <a:uFillTx/>
              <a:latin typeface="Arial"/>
            </a:endParaRPr>
          </a:p>
          <a:p>
            <a:pPr marL="743040" lvl="1" indent="-285840" defTabSz="457200">
              <a:lnSpc>
                <a:spcPct val="100000"/>
              </a:lnSpc>
              <a:spcBef>
                <a:spcPts val="400"/>
              </a:spcBef>
              <a:buClr>
                <a:srgbClr val="0098cd"/>
              </a:buClr>
              <a:buFont typeface="Arial"/>
              <a:buChar char="•"/>
              <a:tabLst>
                <a:tab algn="l" pos="0"/>
              </a:tabLst>
            </a:pPr>
            <a:r>
              <a:rPr lang="es-ES" sz="2000" b="0" u="none" strike="noStrike">
                <a:solidFill>
                  <a:srgbClr val="0098cd"/>
                </a:solidFill>
                <a:effectLst/>
                <a:uFillTx/>
                <a:latin typeface="Arial"/>
                <a:ea typeface="MS PGothic"/>
              </a:rPr>
              <a:t>Diseño de metodologías de captura y almacenamiento de datos.</a:t>
            </a:r>
            <a:endParaRPr lang="es-ES" sz="2000" b="0" u="none" strike="noStrike">
              <a:solidFill>
                <a:srgbClr val="000000"/>
              </a:solidFill>
              <a:effectLst/>
              <a:uFillTx/>
              <a:latin typeface="Arial"/>
            </a:endParaRPr>
          </a:p>
          <a:p>
            <a:pPr marL="743040" lvl="1" indent="-285840" defTabSz="457200">
              <a:lnSpc>
                <a:spcPct val="100000"/>
              </a:lnSpc>
              <a:spcBef>
                <a:spcPts val="400"/>
              </a:spcBef>
              <a:buClr>
                <a:srgbClr val="0098cd"/>
              </a:buClr>
              <a:buFont typeface="Arial"/>
              <a:buChar char="•"/>
              <a:tabLst>
                <a:tab algn="l" pos="0"/>
              </a:tabLst>
            </a:pPr>
            <a:r>
              <a:rPr lang="es-ES" sz="2000" b="0" u="none" strike="noStrike">
                <a:solidFill>
                  <a:srgbClr val="0098cd"/>
                </a:solidFill>
                <a:effectLst/>
                <a:uFillTx/>
                <a:latin typeface="Arial"/>
                <a:ea typeface="MS PGothic"/>
              </a:rPr>
              <a:t>Revisión de catálogos de datos y propuesta de técnicas de análisis adecuadas para un contexto dado.</a:t>
            </a:r>
            <a:endParaRPr lang="es-ES" sz="2000" b="0" u="none" strike="noStrike">
              <a:solidFill>
                <a:srgbClr val="000000"/>
              </a:solidFill>
              <a:effectLst/>
              <a:uFillTx/>
              <a:latin typeface="Arial"/>
            </a:endParaRPr>
          </a:p>
          <a:p>
            <a:pPr marL="743040" lvl="1" indent="-285840" defTabSz="457200">
              <a:lnSpc>
                <a:spcPct val="100000"/>
              </a:lnSpc>
              <a:spcBef>
                <a:spcPts val="400"/>
              </a:spcBef>
              <a:buClr>
                <a:srgbClr val="0098cd"/>
              </a:buClr>
              <a:buFont typeface="Arial"/>
              <a:buChar char="•"/>
              <a:tabLst>
                <a:tab algn="l" pos="0"/>
              </a:tabLst>
            </a:pPr>
            <a:r>
              <a:rPr lang="es-ES" sz="2000" b="0" u="none" strike="noStrike">
                <a:solidFill>
                  <a:srgbClr val="0098cd"/>
                </a:solidFill>
                <a:effectLst/>
                <a:uFillTx/>
                <a:latin typeface="Arial"/>
                <a:ea typeface="MS PGothic"/>
              </a:rPr>
              <a:t>Implementación de técnicas de análisis de datos.</a:t>
            </a:r>
            <a:endParaRPr lang="es-ES" sz="2000" b="0" u="none" strike="noStrike">
              <a:solidFill>
                <a:srgbClr val="000000"/>
              </a:solidFill>
              <a:effectLst/>
              <a:uFillTx/>
              <a:latin typeface="Arial"/>
            </a:endParaRPr>
          </a:p>
          <a:p>
            <a:pPr marL="743040" lvl="1" indent="-285840" defTabSz="457200">
              <a:lnSpc>
                <a:spcPct val="100000"/>
              </a:lnSpc>
              <a:spcBef>
                <a:spcPts val="400"/>
              </a:spcBef>
              <a:buClr>
                <a:srgbClr val="0098cd"/>
              </a:buClr>
              <a:buFont typeface="Arial"/>
              <a:buChar char="•"/>
              <a:tabLst>
                <a:tab algn="l" pos="0"/>
              </a:tabLst>
            </a:pPr>
            <a:r>
              <a:rPr lang="es-ES" sz="2000" b="0" u="none" strike="noStrike">
                <a:solidFill>
                  <a:srgbClr val="0098cd"/>
                </a:solidFill>
                <a:effectLst/>
                <a:uFillTx/>
                <a:latin typeface="Arial"/>
                <a:ea typeface="MS PGothic"/>
              </a:rPr>
              <a:t>Despliegue de herramientas de procesado Big Data (Hadoop o similares)</a:t>
            </a:r>
            <a:endParaRPr lang="es-ES" sz="2000" b="0" u="none" strike="noStrike">
              <a:solidFill>
                <a:srgbClr val="000000"/>
              </a:solidFill>
              <a:effectLst/>
              <a:uFillTx/>
              <a:latin typeface="Arial"/>
            </a:endParaRPr>
          </a:p>
          <a:p>
            <a:pPr marL="743040" lvl="1" indent="-285840" defTabSz="457200">
              <a:lnSpc>
                <a:spcPct val="100000"/>
              </a:lnSpc>
              <a:spcBef>
                <a:spcPts val="400"/>
              </a:spcBef>
              <a:buClr>
                <a:srgbClr val="0098cd"/>
              </a:buClr>
              <a:buFont typeface="Arial"/>
              <a:buChar char="•"/>
              <a:tabLst>
                <a:tab algn="l" pos="0"/>
              </a:tabLst>
            </a:pPr>
            <a:r>
              <a:rPr lang="es-ES" sz="2000" b="0" u="none" strike="noStrike">
                <a:solidFill>
                  <a:srgbClr val="0098cd"/>
                </a:solidFill>
                <a:effectLst/>
                <a:uFillTx/>
                <a:latin typeface="Arial"/>
                <a:ea typeface="MS PGothic"/>
              </a:rPr>
              <a:t>Diseño y/o implementación de visualizaciones de datos interactivas, usables y elocuentes</a:t>
            </a:r>
            <a:endParaRPr lang="es-ES" sz="2000" b="0" u="none" strike="noStrike">
              <a:solidFill>
                <a:srgbClr val="000000"/>
              </a:solidFill>
              <a:effectLst/>
              <a:uFillTx/>
              <a:latin typeface="Arial"/>
            </a:endParaRPr>
          </a:p>
          <a:p>
            <a:pPr marL="743040" lvl="1" indent="-285840" defTabSz="457200">
              <a:lnSpc>
                <a:spcPct val="100000"/>
              </a:lnSpc>
              <a:spcBef>
                <a:spcPts val="400"/>
              </a:spcBef>
              <a:buClr>
                <a:srgbClr val="0098cd"/>
              </a:buClr>
              <a:buFont typeface="Arial"/>
              <a:buChar char="•"/>
              <a:tabLst>
                <a:tab algn="l" pos="0"/>
              </a:tabLst>
            </a:pPr>
            <a:r>
              <a:rPr lang="es-ES" sz="2000" b="0" u="none" strike="noStrike">
                <a:solidFill>
                  <a:srgbClr val="0098cd"/>
                </a:solidFill>
                <a:effectLst/>
                <a:uFillTx/>
                <a:latin typeface="Arial"/>
                <a:ea typeface="MS PGothic"/>
              </a:rPr>
              <a:t>Evaluación de métodos de captura y almacenamiento, existentes y elaboración de propuestas de mejora. </a:t>
            </a:r>
            <a:endParaRPr lang="es-ES" sz="2000" b="0" u="none" strike="noStrike">
              <a:solidFill>
                <a:srgbClr val="000000"/>
              </a:solidFill>
              <a:effectLst/>
              <a:uFillTx/>
              <a:latin typeface="Arial"/>
            </a:endParaRPr>
          </a:p>
          <a:p>
            <a:pPr marL="743040" lvl="1" indent="-285840" defTabSz="457200">
              <a:lnSpc>
                <a:spcPct val="100000"/>
              </a:lnSpc>
              <a:spcBef>
                <a:spcPts val="400"/>
              </a:spcBef>
              <a:buClr>
                <a:srgbClr val="0098cd"/>
              </a:buClr>
              <a:buFont typeface="Arial"/>
              <a:buChar char="•"/>
              <a:tabLst>
                <a:tab algn="l" pos="0"/>
              </a:tabLst>
            </a:pPr>
            <a:r>
              <a:rPr lang="es-ES" sz="2000" b="0" u="none" strike="noStrike">
                <a:solidFill>
                  <a:srgbClr val="0098cd"/>
                </a:solidFill>
                <a:effectLst/>
                <a:uFillTx/>
                <a:latin typeface="Arial"/>
                <a:ea typeface="MS PGothic"/>
              </a:rPr>
              <a:t>Evaluación de software de análisis de datos existente y elaboración de propuestas de mejora. </a:t>
            </a:r>
            <a:endParaRPr lang="es-ES" sz="2000" b="0" u="none" strike="noStrike">
              <a:solidFill>
                <a:srgbClr val="000000"/>
              </a:solidFill>
              <a:effectLst/>
              <a:uFillTx/>
              <a:latin typeface="Arial"/>
            </a:endParaRPr>
          </a:p>
          <a:p>
            <a:pPr marL="743040" lvl="1" indent="-285840" defTabSz="457200">
              <a:lnSpc>
                <a:spcPct val="100000"/>
              </a:lnSpc>
              <a:spcBef>
                <a:spcPts val="400"/>
              </a:spcBef>
              <a:buClr>
                <a:srgbClr val="0098cd"/>
              </a:buClr>
              <a:buFont typeface="Arial"/>
              <a:buChar char="•"/>
              <a:tabLst>
                <a:tab algn="l" pos="0"/>
              </a:tabLst>
            </a:pPr>
            <a:r>
              <a:rPr lang="es-ES" sz="2000" b="0" u="none" strike="noStrike">
                <a:solidFill>
                  <a:srgbClr val="0098cd"/>
                </a:solidFill>
                <a:effectLst/>
                <a:uFillTx/>
                <a:latin typeface="Arial"/>
                <a:ea typeface="MS PGothic"/>
              </a:rPr>
              <a:t>Evaluación de visualizaciones de datos existentes y elaboración de propuestas de mejora. Diseñar y desarrollar un sistema para el apoyo a la toma de decisiones, contemplando el proceso completo: recogida de datos, procesado y visualización.</a:t>
            </a:r>
            <a:endParaRPr lang="es-E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sldNum" idx="20"/>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DE7D755F-2928-4C5B-923F-40572FB5AD5C}"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
        <p:nvSpPr>
          <p:cNvPr id="185" name="Proceso alternativo 9"/>
          <p:cNvSpPr/>
          <p:nvPr/>
        </p:nvSpPr>
        <p:spPr>
          <a:xfrm>
            <a:off x="447120" y="304560"/>
            <a:ext cx="3631680" cy="305280"/>
          </a:xfrm>
          <a:prstGeom prst="flowChartAlternateProcess">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200" b="1" u="none" strike="noStrike">
                <a:solidFill>
                  <a:schemeClr val="lt1"/>
                </a:solidFill>
                <a:effectLst/>
                <a:uFillTx/>
                <a:latin typeface="Arial"/>
                <a:ea typeface="Arial"/>
              </a:rPr>
              <a:t>3. SOLICITUD DE RECONOCIMIENTO (RTC)</a:t>
            </a:r>
            <a:endParaRPr lang="es-ES" sz="1200" b="0" u="none" strike="noStrike">
              <a:solidFill>
                <a:srgbClr val="ffffff"/>
              </a:solidFill>
              <a:effectLst/>
              <a:uFillTx/>
              <a:latin typeface="Arial"/>
            </a:endParaRPr>
          </a:p>
        </p:txBody>
      </p:sp>
      <p:sp>
        <p:nvSpPr>
          <p:cNvPr id="186" name="Marcador de contenido 2"/>
          <p:cNvSpPr/>
          <p:nvPr/>
        </p:nvSpPr>
        <p:spPr>
          <a:xfrm>
            <a:off x="447120" y="1252080"/>
            <a:ext cx="11264400" cy="4353120"/>
          </a:xfrm>
          <a:prstGeom prst="rect">
            <a:avLst/>
          </a:prstGeom>
          <a:noFill/>
          <a:ln w="0">
            <a:noFill/>
          </a:ln>
        </p:spPr>
        <p:style>
          <a:lnRef idx="0"/>
          <a:fillRef idx="0"/>
          <a:effectRef idx="0"/>
          <a:fontRef idx="minor"/>
        </p:style>
        <p:txBody>
          <a:bodyPr lIns="90000" rIns="90000" tIns="45000" bIns="45000" anchor="t">
            <a:noAutofit/>
          </a:bodyPr>
          <a:p>
            <a:pPr algn="just" defTabSz="457200">
              <a:lnSpc>
                <a:spcPct val="100000"/>
              </a:lnSpc>
              <a:spcBef>
                <a:spcPts val="400"/>
              </a:spcBef>
              <a:tabLst>
                <a:tab algn="l" pos="0"/>
              </a:tabLst>
            </a:pPr>
            <a:r>
              <a:rPr lang="es-ES" sz="2000" b="1" u="none" strike="noStrike">
                <a:solidFill>
                  <a:schemeClr val="dk1">
                    <a:lumMod val="75000"/>
                    <a:lumOff val="25000"/>
                  </a:schemeClr>
                </a:solidFill>
                <a:effectLst/>
                <a:uFillTx/>
                <a:latin typeface="Arial"/>
                <a:ea typeface="MS PGothic"/>
              </a:rPr>
              <a:t>Documentación obligatoria:</a:t>
            </a:r>
            <a:endParaRPr lang="es-ES" sz="2000" b="0" u="none" strike="noStrike">
              <a:solidFill>
                <a:srgbClr val="000000"/>
              </a:solidFill>
              <a:effectLst/>
              <a:uFillTx/>
              <a:latin typeface="Arial"/>
            </a:endParaRPr>
          </a:p>
          <a:p>
            <a:pPr algn="just" defTabSz="457200">
              <a:lnSpc>
                <a:spcPct val="100000"/>
              </a:lnSpc>
              <a:spcBef>
                <a:spcPts val="400"/>
              </a:spcBef>
              <a:tabLst>
                <a:tab algn="l" pos="0"/>
              </a:tabLst>
            </a:pPr>
            <a:endParaRPr lang="es-ES" sz="2000" b="0" u="none" strike="noStrike">
              <a:solidFill>
                <a:srgbClr val="000000"/>
              </a:solidFill>
              <a:effectLst/>
              <a:uFillTx/>
              <a:latin typeface="Arial"/>
            </a:endParaRPr>
          </a:p>
          <a:p>
            <a:pPr marL="343080" indent="-343080" algn="just" defTabSz="457200">
              <a:lnSpc>
                <a:spcPct val="100000"/>
              </a:lnSpc>
              <a:spcBef>
                <a:spcPts val="400"/>
              </a:spcBef>
              <a:buClr>
                <a:srgbClr val="0098cd"/>
              </a:buClr>
              <a:buFont typeface="Arial"/>
              <a:buChar char="•"/>
              <a:tabLst>
                <a:tab algn="l" pos="0"/>
              </a:tabLst>
            </a:pPr>
            <a:r>
              <a:rPr lang="es-ES" sz="2000" b="1" u="none" strike="noStrike">
                <a:solidFill>
                  <a:schemeClr val="lt2">
                    <a:lumMod val="50000"/>
                  </a:schemeClr>
                </a:solidFill>
                <a:effectLst/>
                <a:uFillTx/>
                <a:latin typeface="Arial"/>
                <a:ea typeface="MS PGothic"/>
              </a:rPr>
              <a:t>Vida laboral </a:t>
            </a:r>
            <a:r>
              <a:rPr lang="es-ES" sz="2000" b="0" u="none" strike="noStrike">
                <a:solidFill>
                  <a:srgbClr val="0098cd"/>
                </a:solidFill>
                <a:effectLst/>
                <a:uFillTx/>
                <a:latin typeface="Arial"/>
                <a:ea typeface="MS PGothic"/>
              </a:rPr>
              <a:t>o documento equivalente (seguros sociales, cotización al plan de pensiones, etc.)</a:t>
            </a:r>
            <a:endParaRPr lang="es-ES" sz="2000" b="0" u="none" strike="noStrike">
              <a:solidFill>
                <a:srgbClr val="000000"/>
              </a:solidFill>
              <a:effectLst/>
              <a:uFillTx/>
              <a:latin typeface="Arial"/>
            </a:endParaRPr>
          </a:p>
          <a:p>
            <a:pPr marL="57240" algn="just" defTabSz="457200">
              <a:lnSpc>
                <a:spcPct val="100000"/>
              </a:lnSpc>
              <a:spcBef>
                <a:spcPts val="400"/>
              </a:spcBef>
              <a:tabLst>
                <a:tab algn="l" pos="0"/>
              </a:tabLst>
            </a:pPr>
            <a:r>
              <a:rPr lang="es-ES" sz="2000" b="0" u="none" strike="noStrike">
                <a:solidFill>
                  <a:srgbClr val="0098cd"/>
                </a:solidFill>
                <a:effectLst/>
                <a:uFillTx/>
                <a:latin typeface="Arial"/>
                <a:ea typeface="MS PGothic"/>
              </a:rPr>
              <a:t>	</a:t>
            </a:r>
            <a:r>
              <a:rPr lang="es-ES" sz="1600" b="1" u="none" strike="noStrike">
                <a:solidFill>
                  <a:srgbClr val="0098cd"/>
                </a:solidFill>
                <a:effectLst/>
                <a:uFillTx/>
                <a:latin typeface="Arial"/>
                <a:ea typeface="MS PGothic"/>
              </a:rPr>
              <a:t>Argentina:</a:t>
            </a:r>
            <a:r>
              <a:rPr lang="es-ES" sz="1600" b="0" u="none" strike="noStrike">
                <a:solidFill>
                  <a:srgbClr val="0098cd"/>
                </a:solidFill>
                <a:effectLst/>
                <a:uFillTx/>
                <a:latin typeface="Arial"/>
                <a:ea typeface="MS PGothic"/>
              </a:rPr>
              <a:t> Certificado de ingresos laborales.</a:t>
            </a:r>
            <a:r>
              <a:rPr lang="es-ES" sz="1600" b="0" u="none" strike="noStrike">
                <a:solidFill>
                  <a:srgbClr val="0098cd"/>
                </a:solidFill>
                <a:effectLst/>
                <a:uFillTx/>
                <a:latin typeface="Arial"/>
                <a:ea typeface="MS PGothic"/>
              </a:rPr>
              <a:t>	</a:t>
            </a:r>
            <a:r>
              <a:rPr lang="es-ES" sz="1600" b="1" u="none" strike="noStrike">
                <a:solidFill>
                  <a:srgbClr val="0098cd"/>
                </a:solidFill>
                <a:effectLst/>
                <a:uFillTx/>
                <a:latin typeface="Arial"/>
                <a:ea typeface="MS PGothic"/>
              </a:rPr>
              <a:t>Colombia</a:t>
            </a:r>
            <a:r>
              <a:rPr lang="es-ES" sz="1600" b="0" u="none" strike="noStrike">
                <a:solidFill>
                  <a:srgbClr val="0098cd"/>
                </a:solidFill>
                <a:effectLst/>
                <a:uFillTx/>
                <a:latin typeface="Arial"/>
                <a:ea typeface="MS PGothic"/>
              </a:rPr>
              <a:t>: Extracto de pensiones.</a:t>
            </a:r>
            <a:endParaRPr lang="es-ES" sz="1600" b="0" u="none" strike="noStrike">
              <a:solidFill>
                <a:srgbClr val="000000"/>
              </a:solidFill>
              <a:effectLst/>
              <a:uFillTx/>
              <a:latin typeface="Arial"/>
            </a:endParaRPr>
          </a:p>
          <a:p>
            <a:pPr marL="57240" algn="just" defTabSz="457200">
              <a:lnSpc>
                <a:spcPct val="100000"/>
              </a:lnSpc>
              <a:spcBef>
                <a:spcPts val="400"/>
              </a:spcBef>
              <a:tabLst>
                <a:tab algn="l" pos="0"/>
              </a:tabLst>
            </a:pPr>
            <a:r>
              <a:rPr lang="es-ES" sz="1600" b="0" u="none" strike="noStrike">
                <a:solidFill>
                  <a:srgbClr val="0098cd"/>
                </a:solidFill>
                <a:effectLst/>
                <a:uFillTx/>
                <a:latin typeface="Arial"/>
                <a:ea typeface="MS PGothic"/>
              </a:rPr>
              <a:t>	</a:t>
            </a:r>
            <a:r>
              <a:rPr lang="es-ES" sz="1600" b="1" u="none" strike="noStrike">
                <a:solidFill>
                  <a:srgbClr val="0098cd"/>
                </a:solidFill>
                <a:effectLst/>
                <a:uFillTx/>
                <a:latin typeface="Arial"/>
                <a:ea typeface="MS PGothic"/>
              </a:rPr>
              <a:t>Ecuador</a:t>
            </a:r>
            <a:r>
              <a:rPr lang="es-ES" sz="1600" b="0" u="none" strike="noStrike">
                <a:solidFill>
                  <a:srgbClr val="0098cd"/>
                </a:solidFill>
                <a:effectLst/>
                <a:uFillTx/>
                <a:latin typeface="Arial"/>
                <a:ea typeface="MS PGothic"/>
              </a:rPr>
              <a:t>: Historial laboral del IESS.</a:t>
            </a:r>
            <a:r>
              <a:rPr lang="es-ES" sz="1600" b="0" u="none" strike="noStrike">
                <a:solidFill>
                  <a:srgbClr val="0098cd"/>
                </a:solidFill>
                <a:effectLst/>
                <a:uFillTx/>
                <a:latin typeface="Arial"/>
                <a:ea typeface="MS PGothic"/>
              </a:rPr>
              <a:t>	</a:t>
            </a:r>
            <a:r>
              <a:rPr lang="es-ES" sz="1600" b="1" u="none" strike="noStrike">
                <a:solidFill>
                  <a:srgbClr val="0098cd"/>
                </a:solidFill>
                <a:effectLst/>
                <a:uFillTx/>
                <a:latin typeface="Arial"/>
                <a:ea typeface="MS PGothic"/>
              </a:rPr>
              <a:t>España:</a:t>
            </a:r>
            <a:r>
              <a:rPr lang="es-ES" sz="1600" b="0" u="none" strike="noStrike">
                <a:solidFill>
                  <a:srgbClr val="0098cd"/>
                </a:solidFill>
                <a:effectLst/>
                <a:uFillTx/>
                <a:latin typeface="Arial"/>
                <a:ea typeface="MS PGothic"/>
              </a:rPr>
              <a:t> Informe de vida laboral.</a:t>
            </a:r>
            <a:endParaRPr lang="es-ES" sz="1600" b="0" u="none" strike="noStrike">
              <a:solidFill>
                <a:srgbClr val="000000"/>
              </a:solidFill>
              <a:effectLst/>
              <a:uFillTx/>
              <a:latin typeface="Arial"/>
            </a:endParaRPr>
          </a:p>
          <a:p>
            <a:pPr marL="57240" algn="just" defTabSz="457200">
              <a:lnSpc>
                <a:spcPct val="100000"/>
              </a:lnSpc>
              <a:spcBef>
                <a:spcPts val="400"/>
              </a:spcBef>
              <a:tabLst>
                <a:tab algn="l" pos="0"/>
              </a:tabLst>
            </a:pPr>
            <a:r>
              <a:rPr lang="es-ES" sz="1600" b="1" u="none" strike="noStrike">
                <a:solidFill>
                  <a:srgbClr val="0098cd"/>
                </a:solidFill>
                <a:effectLst/>
                <a:uFillTx/>
                <a:latin typeface="Arial"/>
                <a:ea typeface="MS PGothic"/>
              </a:rPr>
              <a:t>	</a:t>
            </a:r>
            <a:r>
              <a:rPr lang="es-ES" sz="1600" b="1" u="none" strike="noStrike">
                <a:solidFill>
                  <a:srgbClr val="0098cd"/>
                </a:solidFill>
                <a:effectLst/>
                <a:uFillTx/>
                <a:latin typeface="Arial"/>
                <a:ea typeface="MS PGothic"/>
              </a:rPr>
              <a:t>México</a:t>
            </a:r>
            <a:r>
              <a:rPr lang="es-ES" sz="1600" b="0" u="none" strike="noStrike">
                <a:solidFill>
                  <a:srgbClr val="0098cd"/>
                </a:solidFill>
                <a:effectLst/>
                <a:uFillTx/>
                <a:latin typeface="Arial"/>
                <a:ea typeface="MS PGothic"/>
              </a:rPr>
              <a:t>: Afore o cotización del IMSS.</a:t>
            </a:r>
            <a:r>
              <a:rPr lang="es-ES" sz="1600" b="0" u="none" strike="noStrike">
                <a:solidFill>
                  <a:srgbClr val="0098cd"/>
                </a:solidFill>
                <a:effectLst/>
                <a:uFillTx/>
                <a:latin typeface="Arial"/>
                <a:ea typeface="MS PGothic"/>
              </a:rPr>
              <a:t>	</a:t>
            </a:r>
            <a:r>
              <a:rPr lang="es-ES" sz="1600" b="1" u="none" strike="noStrike">
                <a:solidFill>
                  <a:srgbClr val="0098cd"/>
                </a:solidFill>
                <a:effectLst/>
                <a:uFillTx/>
                <a:latin typeface="Arial"/>
                <a:ea typeface="MS PGothic"/>
              </a:rPr>
              <a:t>Perú</a:t>
            </a:r>
            <a:r>
              <a:rPr lang="es-ES" sz="1600" b="0" u="none" strike="noStrike">
                <a:solidFill>
                  <a:srgbClr val="0098cd"/>
                </a:solidFill>
                <a:effectLst/>
                <a:uFillTx/>
                <a:latin typeface="Arial"/>
                <a:ea typeface="MS PGothic"/>
              </a:rPr>
              <a:t>: Prima de afiliado o aportes a la cuenta Prima AFP.</a:t>
            </a:r>
            <a:endParaRPr lang="es-ES" sz="1600" b="0" u="none" strike="noStrike">
              <a:solidFill>
                <a:srgbClr val="000000"/>
              </a:solidFill>
              <a:effectLst/>
              <a:uFillTx/>
              <a:latin typeface="Arial"/>
            </a:endParaRPr>
          </a:p>
          <a:p>
            <a:pPr marL="57240" algn="just" defTabSz="457200">
              <a:lnSpc>
                <a:spcPct val="100000"/>
              </a:lnSpc>
              <a:spcBef>
                <a:spcPts val="400"/>
              </a:spcBef>
              <a:tabLst>
                <a:tab algn="l" pos="0"/>
              </a:tabLst>
            </a:pPr>
            <a:endParaRPr lang="es-ES" sz="2000" b="0" u="none" strike="noStrike">
              <a:solidFill>
                <a:srgbClr val="000000"/>
              </a:solidFill>
              <a:effectLst/>
              <a:uFillTx/>
              <a:latin typeface="Arial"/>
            </a:endParaRPr>
          </a:p>
          <a:p>
            <a:pPr marL="343080" indent="-343080" algn="just" defTabSz="457200">
              <a:lnSpc>
                <a:spcPct val="100000"/>
              </a:lnSpc>
              <a:spcBef>
                <a:spcPts val="400"/>
              </a:spcBef>
              <a:buClr>
                <a:srgbClr val="0098cd"/>
              </a:buClr>
              <a:buFont typeface="Arial"/>
              <a:buChar char="•"/>
              <a:tabLst>
                <a:tab algn="l" pos="0"/>
              </a:tabLst>
            </a:pPr>
            <a:r>
              <a:rPr lang="es-ES" sz="2000" b="1" u="none" strike="noStrike">
                <a:solidFill>
                  <a:schemeClr val="lt2">
                    <a:lumMod val="50000"/>
                  </a:schemeClr>
                </a:solidFill>
                <a:effectLst/>
                <a:uFillTx/>
                <a:latin typeface="Arial"/>
                <a:ea typeface="MS PGothic"/>
              </a:rPr>
              <a:t>Contrato o certificado de empresa </a:t>
            </a:r>
            <a:r>
              <a:rPr lang="es-ES" sz="2000" b="1" u="none" strike="noStrike">
                <a:solidFill>
                  <a:srgbClr val="0098cd"/>
                </a:solidFill>
                <a:effectLst/>
                <a:uFillTx/>
                <a:latin typeface="Arial"/>
                <a:ea typeface="MS PGothic"/>
              </a:rPr>
              <a:t>con sello y firma </a:t>
            </a:r>
            <a:r>
              <a:rPr lang="es-ES" sz="2000" b="0" u="none" strike="noStrike">
                <a:solidFill>
                  <a:srgbClr val="0098cd"/>
                </a:solidFill>
                <a:effectLst/>
                <a:uFillTx/>
                <a:latin typeface="Arial"/>
                <a:ea typeface="MS PGothic"/>
              </a:rPr>
              <a:t>que indique claramente las responsabilidades laborales. Incluyendo información del puesto ocupado, periodo y labores ejercidas.</a:t>
            </a:r>
            <a:endParaRPr lang="es-E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sldNum" idx="21"/>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DCD7CE07-CC11-49CE-8DDD-58D328333F70}"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
        <p:nvSpPr>
          <p:cNvPr id="188" name="Proceso alternativo 9"/>
          <p:cNvSpPr/>
          <p:nvPr/>
        </p:nvSpPr>
        <p:spPr>
          <a:xfrm>
            <a:off x="447120" y="304560"/>
            <a:ext cx="3631680" cy="305280"/>
          </a:xfrm>
          <a:prstGeom prst="flowChartAlternateProcess">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tabLst>
                <a:tab algn="l" pos="0"/>
              </a:tabLst>
            </a:pPr>
            <a:r>
              <a:rPr lang="es-ES" sz="1200" b="1" u="none" strike="noStrike">
                <a:solidFill>
                  <a:srgbClr val="ffffff"/>
                </a:solidFill>
                <a:effectLst/>
                <a:uFillTx/>
                <a:latin typeface="Arial"/>
                <a:ea typeface="Arial"/>
              </a:rPr>
              <a:t>3. SOLICITUD DE RECONOCIMIENTO (RTC)</a:t>
            </a:r>
            <a:endParaRPr lang="es-ES" sz="1200" b="0" u="none" strike="noStrike">
              <a:solidFill>
                <a:srgbClr val="ffffff"/>
              </a:solidFill>
              <a:effectLst/>
              <a:uFillTx/>
              <a:latin typeface="Arial"/>
            </a:endParaRPr>
          </a:p>
        </p:txBody>
      </p:sp>
      <p:sp>
        <p:nvSpPr>
          <p:cNvPr id="189" name="Rectángulo 4"/>
          <p:cNvSpPr/>
          <p:nvPr/>
        </p:nvSpPr>
        <p:spPr>
          <a:xfrm>
            <a:off x="939600" y="1923840"/>
            <a:ext cx="10057320" cy="2558520"/>
          </a:xfrm>
          <a:prstGeom prst="rect">
            <a:avLst/>
          </a:prstGeom>
          <a:noFill/>
          <a:ln w="0">
            <a:noFill/>
          </a:ln>
        </p:spPr>
        <p:style>
          <a:lnRef idx="0"/>
          <a:fillRef idx="0"/>
          <a:effectRef idx="0"/>
          <a:fontRef idx="minor"/>
        </p:style>
        <p:txBody>
          <a:bodyPr lIns="90000" rIns="90000" tIns="45000" bIns="45000" anchor="t">
            <a:spAutoFit/>
          </a:bodyPr>
          <a:p>
            <a:pPr marL="457200" indent="-457200" algn="just" defTabSz="457200">
              <a:lnSpc>
                <a:spcPct val="100000"/>
              </a:lnSpc>
              <a:buClr>
                <a:srgbClr val="0098cd"/>
              </a:buClr>
              <a:buFont typeface="Arial"/>
              <a:buChar char="•"/>
            </a:pPr>
            <a:r>
              <a:rPr lang="es-ES" sz="1800" b="0" u="none" strike="noStrike">
                <a:solidFill>
                  <a:srgbClr val="0098cd"/>
                </a:solidFill>
                <a:effectLst/>
                <a:uFillTx/>
                <a:latin typeface="Arial"/>
                <a:ea typeface="MS PGothic"/>
              </a:rPr>
              <a:t>En la fase de estudio del RTC, debe presentarse la </a:t>
            </a:r>
            <a:r>
              <a:rPr lang="es-ES" sz="1800" b="1" u="none" strike="noStrike">
                <a:solidFill>
                  <a:srgbClr val="0098cd"/>
                </a:solidFill>
                <a:effectLst/>
                <a:uFillTx/>
                <a:latin typeface="Arial"/>
                <a:ea typeface="MS PGothic"/>
              </a:rPr>
              <a:t>documentación escaneada</a:t>
            </a:r>
            <a:r>
              <a:rPr lang="es-ES" sz="1800" b="0" u="none" strike="noStrike">
                <a:solidFill>
                  <a:srgbClr val="0098cd"/>
                </a:solidFill>
                <a:effectLst/>
                <a:uFillTx/>
                <a:latin typeface="Arial"/>
                <a:ea typeface="MS PGothic"/>
              </a:rPr>
              <a:t>.</a:t>
            </a:r>
            <a:endParaRPr lang="es-ES" sz="1800" b="0" u="none" strike="noStrike">
              <a:solidFill>
                <a:srgbClr val="000000"/>
              </a:solidFill>
              <a:effectLst/>
              <a:uFillTx/>
              <a:latin typeface="Arial"/>
            </a:endParaRPr>
          </a:p>
          <a:p>
            <a:pPr algn="just" defTabSz="457200">
              <a:lnSpc>
                <a:spcPct val="100000"/>
              </a:lnSpc>
            </a:pPr>
            <a:endParaRPr lang="es-ES" sz="1800" b="0" u="none" strike="noStrike">
              <a:solidFill>
                <a:srgbClr val="000000"/>
              </a:solidFill>
              <a:effectLst/>
              <a:uFillTx/>
              <a:latin typeface="Arial"/>
            </a:endParaRPr>
          </a:p>
          <a:p>
            <a:pPr marL="457200" indent="-457200" algn="just" defTabSz="457200">
              <a:lnSpc>
                <a:spcPct val="100000"/>
              </a:lnSpc>
              <a:buClr>
                <a:srgbClr val="0098cd"/>
              </a:buClr>
              <a:buFont typeface="Arial"/>
              <a:buChar char="•"/>
            </a:pPr>
            <a:r>
              <a:rPr lang="es-ES" sz="1800" b="0" u="none" strike="noStrike">
                <a:solidFill>
                  <a:srgbClr val="0098cd"/>
                </a:solidFill>
                <a:effectLst/>
                <a:uFillTx/>
                <a:latin typeface="Arial"/>
                <a:ea typeface="MS PGothic"/>
              </a:rPr>
              <a:t>En caso de que </a:t>
            </a:r>
            <a:r>
              <a:rPr lang="es-ES" sz="1800" b="1" u="none" strike="noStrike">
                <a:solidFill>
                  <a:srgbClr val="0098cd"/>
                </a:solidFill>
                <a:effectLst/>
                <a:uFillTx/>
                <a:latin typeface="Arial"/>
                <a:ea typeface="MS PGothic"/>
              </a:rPr>
              <a:t>UNIR confirme la solicitud de RTC</a:t>
            </a:r>
            <a:r>
              <a:rPr lang="es-ES" sz="1800" b="0" u="none" strike="noStrike">
                <a:solidFill>
                  <a:srgbClr val="0098cd"/>
                </a:solidFill>
                <a:effectLst/>
                <a:uFillTx/>
                <a:latin typeface="Arial"/>
                <a:ea typeface="MS PGothic"/>
              </a:rPr>
              <a:t>, desde el Departamento de RTC se pondrá en contacto con vosotros para pediros que </a:t>
            </a:r>
            <a:r>
              <a:rPr lang="es-ES" sz="1800" b="1" u="none" strike="noStrike">
                <a:solidFill>
                  <a:srgbClr val="0098cd"/>
                </a:solidFill>
                <a:effectLst/>
                <a:uFillTx/>
                <a:latin typeface="Arial"/>
                <a:ea typeface="MS PGothic"/>
              </a:rPr>
              <a:t>enviéis los originales.</a:t>
            </a:r>
            <a:endParaRPr lang="es-ES" sz="1800" b="0" u="none" strike="noStrike">
              <a:solidFill>
                <a:srgbClr val="000000"/>
              </a:solidFill>
              <a:effectLst/>
              <a:uFillTx/>
              <a:latin typeface="Arial"/>
            </a:endParaRPr>
          </a:p>
          <a:p>
            <a:pPr algn="just" defTabSz="457200">
              <a:lnSpc>
                <a:spcPct val="100000"/>
              </a:lnSpc>
            </a:pPr>
            <a:endParaRPr lang="es-ES" sz="1800" b="0" u="none" strike="noStrike">
              <a:solidFill>
                <a:srgbClr val="000000"/>
              </a:solidFill>
              <a:effectLst/>
              <a:uFillTx/>
              <a:latin typeface="Arial"/>
            </a:endParaRPr>
          </a:p>
          <a:p>
            <a:pPr marL="457200" indent="-457200" algn="just" defTabSz="457200">
              <a:lnSpc>
                <a:spcPct val="100000"/>
              </a:lnSpc>
              <a:buClr>
                <a:srgbClr val="0098cd"/>
              </a:buClr>
              <a:buFont typeface="Arial"/>
              <a:buChar char="•"/>
            </a:pPr>
            <a:r>
              <a:rPr lang="es-ES" sz="1800" b="0" u="none" strike="noStrike">
                <a:solidFill>
                  <a:srgbClr val="0098cd"/>
                </a:solidFill>
                <a:effectLst/>
                <a:uFillTx/>
                <a:latin typeface="Arial"/>
                <a:ea typeface="MS PGothic"/>
              </a:rPr>
              <a:t>Hay que estar </a:t>
            </a:r>
            <a:r>
              <a:rPr lang="es-ES" sz="1800" b="1" u="none" strike="noStrike">
                <a:solidFill>
                  <a:srgbClr val="0098cd"/>
                </a:solidFill>
                <a:effectLst/>
                <a:uFillTx/>
                <a:latin typeface="Arial"/>
                <a:ea typeface="MS PGothic"/>
              </a:rPr>
              <a:t>atentos al correo</a:t>
            </a:r>
            <a:r>
              <a:rPr lang="es-ES" sz="1800" b="0" u="none" strike="noStrike">
                <a:solidFill>
                  <a:srgbClr val="0098cd"/>
                </a:solidFill>
                <a:effectLst/>
                <a:uFillTx/>
                <a:latin typeface="Arial"/>
                <a:ea typeface="MS PGothic"/>
              </a:rPr>
              <a:t>, es posible que, desde RTC, se pongan en contacto con vosotros para subsanar la documentación aportada.</a:t>
            </a:r>
            <a:endParaRPr lang="es-ES" sz="1800" b="0" u="none" strike="noStrike">
              <a:solidFill>
                <a:srgbClr val="000000"/>
              </a:solidFill>
              <a:effectLst/>
              <a:uFillTx/>
              <a:latin typeface="Arial"/>
            </a:endParaRPr>
          </a:p>
          <a:p>
            <a:pPr algn="just" defTabSz="457200">
              <a:lnSpc>
                <a:spcPct val="100000"/>
              </a:lnSpc>
            </a:pPr>
            <a:endParaRPr lang="es-ES" sz="1800" b="0" u="none" strike="noStrike">
              <a:solidFill>
                <a:srgbClr val="000000"/>
              </a:solidFill>
              <a:effectLst/>
              <a:uFillTx/>
              <a:latin typeface="Arial"/>
            </a:endParaRPr>
          </a:p>
          <a:p>
            <a:pPr marL="457200" indent="-457200" algn="just" defTabSz="457200">
              <a:lnSpc>
                <a:spcPct val="100000"/>
              </a:lnSpc>
              <a:buClr>
                <a:srgbClr val="0098cd"/>
              </a:buClr>
              <a:buFont typeface="Arial"/>
              <a:buChar char="•"/>
            </a:pPr>
            <a:r>
              <a:rPr lang="es-ES" sz="1800" b="0" u="none" strike="noStrike">
                <a:solidFill>
                  <a:srgbClr val="0098cd"/>
                </a:solidFill>
                <a:effectLst/>
                <a:uFillTx/>
                <a:latin typeface="Arial"/>
                <a:ea typeface="MS PGothic"/>
              </a:rPr>
              <a:t>Hasta que no se reciban </a:t>
            </a:r>
            <a:r>
              <a:rPr lang="es-ES" sz="1800" b="1" u="none" strike="noStrike">
                <a:solidFill>
                  <a:srgbClr val="0098cd"/>
                </a:solidFill>
                <a:effectLst/>
                <a:uFillTx/>
                <a:latin typeface="Arial"/>
                <a:ea typeface="MS PGothic"/>
              </a:rPr>
              <a:t>los originales</a:t>
            </a:r>
            <a:r>
              <a:rPr lang="es-ES" sz="1800" b="0" u="none" strike="noStrike">
                <a:solidFill>
                  <a:srgbClr val="0098cd"/>
                </a:solidFill>
                <a:effectLst/>
                <a:uFillTx/>
                <a:latin typeface="Arial"/>
                <a:ea typeface="MS PGothic"/>
              </a:rPr>
              <a:t> el RTC no se hará efectivo.</a:t>
            </a:r>
            <a:endParaRPr lang="es-ES" sz="1800" b="0" u="none" strike="noStrike">
              <a:solidFill>
                <a:srgbClr val="000000"/>
              </a:solidFill>
              <a:effectLst/>
              <a:uFillTx/>
              <a:latin typeface="Arial"/>
            </a:endParaRPr>
          </a:p>
        </p:txBody>
      </p:sp>
      <p:sp>
        <p:nvSpPr>
          <p:cNvPr id="190" name="Rectángulo 5"/>
          <p:cNvSpPr/>
          <p:nvPr/>
        </p:nvSpPr>
        <p:spPr>
          <a:xfrm>
            <a:off x="939600" y="1312200"/>
            <a:ext cx="1991880" cy="3682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tabLst>
                <a:tab algn="l" pos="0"/>
              </a:tabLst>
            </a:pPr>
            <a:r>
              <a:rPr lang="es-ES" sz="1800" b="1" u="none" strike="noStrike">
                <a:solidFill>
                  <a:srgbClr val="7e7e7e"/>
                </a:solidFill>
                <a:effectLst/>
                <a:uFillTx/>
                <a:latin typeface="Arial"/>
                <a:ea typeface="MS PGothic"/>
              </a:rPr>
              <a:t>Documentación:</a:t>
            </a:r>
            <a:endParaRPr lang="es-ES" sz="1800" b="0" u="none" strike="noStrike">
              <a:solidFill>
                <a:srgbClr val="000000"/>
              </a:solidFill>
              <a:effectLst/>
              <a:uFillTx/>
              <a:latin typeface="Arial"/>
            </a:endParaRPr>
          </a:p>
        </p:txBody>
      </p:sp>
      <p:sp>
        <p:nvSpPr>
          <p:cNvPr id="191" name="CuadroTexto 6"/>
          <p:cNvSpPr/>
          <p:nvPr/>
        </p:nvSpPr>
        <p:spPr>
          <a:xfrm>
            <a:off x="746640" y="4686840"/>
            <a:ext cx="10697400" cy="1583280"/>
          </a:xfrm>
          <a:prstGeom prst="rect">
            <a:avLst/>
          </a:prstGeom>
          <a:noFill/>
          <a:ln w="0">
            <a:noFill/>
          </a:ln>
        </p:spPr>
        <p:style>
          <a:lnRef idx="0"/>
          <a:fillRef idx="0"/>
          <a:effectRef idx="0"/>
          <a:fontRef idx="minor"/>
        </p:style>
        <p:txBody>
          <a:bodyPr lIns="90000" rIns="90000" tIns="45000" bIns="45000" anchor="t">
            <a:spAutoFit/>
          </a:bodyPr>
          <a:p>
            <a:pPr algn="just" defTabSz="457200">
              <a:lnSpc>
                <a:spcPct val="100000"/>
              </a:lnSpc>
            </a:pPr>
            <a:r>
              <a:rPr lang="es-ES" sz="1800" b="1" u="none" strike="noStrike">
                <a:solidFill>
                  <a:srgbClr val="7e7e7e"/>
                </a:solidFill>
                <a:effectLst/>
                <a:uFillTx/>
                <a:latin typeface="Arial"/>
                <a:ea typeface="Arial"/>
              </a:rPr>
              <a:t>FECHA LÍMITE ENTREGA DOCUMENTACIÓN RTC</a:t>
            </a:r>
            <a:r>
              <a:rPr lang="es-ES" sz="1800" b="1" u="none" strike="noStrike">
                <a:solidFill>
                  <a:srgbClr val="292929"/>
                </a:solidFill>
                <a:effectLst/>
                <a:uFillTx/>
                <a:latin typeface="Arial"/>
                <a:ea typeface="Arial"/>
              </a:rPr>
              <a:t>:</a:t>
            </a:r>
            <a:r>
              <a:rPr lang="es-ES" sz="1800" b="1" u="none" strike="noStrike">
                <a:solidFill>
                  <a:srgbClr val="ff0000"/>
                </a:solidFill>
                <a:effectLst/>
                <a:uFillTx/>
                <a:latin typeface="Arial"/>
                <a:ea typeface="Arial"/>
              </a:rPr>
              <a:t> 19 de abril de 2026</a:t>
            </a:r>
            <a:endParaRPr lang="es-ES" sz="1800" b="0" u="none" strike="noStrike">
              <a:solidFill>
                <a:srgbClr val="000000"/>
              </a:solidFill>
              <a:effectLst/>
              <a:uFillTx/>
              <a:latin typeface="Arial"/>
            </a:endParaRPr>
          </a:p>
          <a:p>
            <a:pPr algn="just" defTabSz="457200">
              <a:lnSpc>
                <a:spcPct val="100000"/>
              </a:lnSpc>
              <a:tabLst>
                <a:tab algn="l" pos="0"/>
              </a:tabLst>
            </a:pPr>
            <a:endParaRPr lang="es-ES" sz="2400" b="0" u="none" strike="noStrike">
              <a:solidFill>
                <a:srgbClr val="000000"/>
              </a:solidFill>
              <a:effectLst/>
              <a:uFillTx/>
              <a:latin typeface="Arial"/>
            </a:endParaRPr>
          </a:p>
          <a:p>
            <a:pPr algn="just" defTabSz="457200">
              <a:lnSpc>
                <a:spcPct val="100000"/>
              </a:lnSpc>
              <a:tabLst>
                <a:tab algn="l" pos="0"/>
              </a:tabLst>
            </a:pPr>
            <a:r>
              <a:rPr lang="es-ES" sz="2000" b="1" u="none" strike="noStrike">
                <a:solidFill>
                  <a:srgbClr val="ff0000"/>
                </a:solidFill>
                <a:effectLst/>
                <a:uFillTx/>
                <a:latin typeface="Arial"/>
                <a:ea typeface="Arial"/>
              </a:rPr>
              <a:t>¡IMPORTANTE!: </a:t>
            </a:r>
            <a:r>
              <a:rPr lang="es-ES" sz="1800" b="1" u="none" strike="noStrike">
                <a:solidFill>
                  <a:srgbClr val="5c5c5c"/>
                </a:solidFill>
                <a:effectLst/>
                <a:uFillTx/>
                <a:latin typeface="Arial"/>
                <a:ea typeface="Arial"/>
              </a:rPr>
              <a:t>Si para la fecha límite de solicitud de RTC no se ha podido recopilar toda la documentación, entrega los documentos que tengas disponibles (o entrégalos en blanco) y en el período de subsanación podrás entregar el resto de documentos.</a:t>
            </a:r>
            <a:endParaRPr lang="es-E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PlaceHolder 1"/>
          <p:cNvSpPr>
            <a:spLocks noGrp="1"/>
          </p:cNvSpPr>
          <p:nvPr>
            <p:ph type="sldNum" idx="22"/>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60760880-10C5-466F-A7DE-1CAD40357E78}"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
        <p:nvSpPr>
          <p:cNvPr id="193" name="Proceso alternativo 9"/>
          <p:cNvSpPr/>
          <p:nvPr/>
        </p:nvSpPr>
        <p:spPr>
          <a:xfrm>
            <a:off x="447120" y="304560"/>
            <a:ext cx="3631680" cy="305280"/>
          </a:xfrm>
          <a:prstGeom prst="flowChartAlternateProcess">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tabLst>
                <a:tab algn="l" pos="0"/>
              </a:tabLst>
            </a:pPr>
            <a:r>
              <a:rPr lang="es-ES" sz="1200" b="1" u="none" strike="noStrike">
                <a:solidFill>
                  <a:srgbClr val="ffffff"/>
                </a:solidFill>
                <a:effectLst/>
                <a:uFillTx/>
                <a:latin typeface="Arial"/>
                <a:ea typeface="Arial"/>
              </a:rPr>
              <a:t>3. SOLICITUD DE RECONOCIMIENTO (RTC)</a:t>
            </a:r>
            <a:endParaRPr lang="es-ES" sz="1200" b="0" u="none" strike="noStrike">
              <a:solidFill>
                <a:srgbClr val="ffffff"/>
              </a:solidFill>
              <a:effectLst/>
              <a:uFillTx/>
              <a:latin typeface="Arial"/>
            </a:endParaRPr>
          </a:p>
        </p:txBody>
      </p:sp>
      <p:sp>
        <p:nvSpPr>
          <p:cNvPr id="194" name="Rectángulo 7"/>
          <p:cNvSpPr/>
          <p:nvPr/>
        </p:nvSpPr>
        <p:spPr>
          <a:xfrm>
            <a:off x="1026000" y="1328760"/>
            <a:ext cx="11045520" cy="4358520"/>
          </a:xfrm>
          <a:prstGeom prst="rect">
            <a:avLst/>
          </a:prstGeom>
          <a:noFill/>
          <a:ln w="0">
            <a:noFill/>
          </a:ln>
        </p:spPr>
        <p:style>
          <a:lnRef idx="0"/>
          <a:fillRef idx="0"/>
          <a:effectRef idx="0"/>
          <a:fontRef idx="minor"/>
        </p:style>
        <p:txBody>
          <a:bodyPr lIns="90000" rIns="90000" tIns="45000" bIns="45000" anchor="t">
            <a:spAutoFit/>
          </a:bodyPr>
          <a:p>
            <a:pPr algn="just" defTabSz="457200">
              <a:lnSpc>
                <a:spcPct val="100000"/>
              </a:lnSpc>
              <a:tabLst>
                <a:tab algn="l" pos="0"/>
              </a:tabLst>
            </a:pPr>
            <a:r>
              <a:rPr lang="es-ES" sz="2000" b="1" u="none" strike="noStrike">
                <a:solidFill>
                  <a:srgbClr val="7e7e7e"/>
                </a:solidFill>
                <a:effectLst/>
                <a:uFillTx/>
                <a:latin typeface="Arial"/>
                <a:ea typeface="MS PGothic"/>
              </a:rPr>
              <a:t>Fechas importantes:</a:t>
            </a:r>
            <a:endParaRPr lang="es-ES" sz="2000" b="0" u="none" strike="noStrike">
              <a:solidFill>
                <a:srgbClr val="000000"/>
              </a:solidFill>
              <a:effectLst/>
              <a:uFillTx/>
              <a:latin typeface="Arial"/>
            </a:endParaRPr>
          </a:p>
          <a:p>
            <a:pPr algn="just" defTabSz="457200">
              <a:lnSpc>
                <a:spcPct val="100000"/>
              </a:lnSpc>
              <a:tabLst>
                <a:tab algn="l" pos="0"/>
              </a:tabLst>
            </a:pPr>
            <a:endParaRPr lang="es-ES" sz="2000" b="0" u="none" strike="noStrike">
              <a:solidFill>
                <a:srgbClr val="000000"/>
              </a:solidFill>
              <a:effectLst/>
              <a:uFillTx/>
              <a:latin typeface="Arial"/>
            </a:endParaRPr>
          </a:p>
          <a:p>
            <a:pPr marL="343080" indent="-343080" algn="just" defTabSz="457200">
              <a:lnSpc>
                <a:spcPct val="100000"/>
              </a:lnSpc>
              <a:buClr>
                <a:srgbClr val="0098cd"/>
              </a:buClr>
              <a:buFont typeface="Arial"/>
              <a:buChar char="•"/>
              <a:tabLst>
                <a:tab algn="l" pos="0"/>
              </a:tabLst>
            </a:pPr>
            <a:r>
              <a:rPr lang="es-ES" sz="2000" b="1" u="none" strike="noStrike">
                <a:solidFill>
                  <a:srgbClr val="0098cd"/>
                </a:solidFill>
                <a:effectLst/>
                <a:uFillTx/>
                <a:latin typeface="Arial"/>
                <a:ea typeface="MS PGothic"/>
              </a:rPr>
              <a:t>19 de abril de 2026</a:t>
            </a:r>
            <a:r>
              <a:rPr lang="es-ES" sz="2000" b="0" u="none" strike="noStrike">
                <a:solidFill>
                  <a:srgbClr val="0098cd"/>
                </a:solidFill>
                <a:effectLst/>
                <a:uFillTx/>
                <a:latin typeface="Arial"/>
                <a:ea typeface="MS PGothic"/>
              </a:rPr>
              <a:t>: Fecha límite solicitud RTC, incluye documentación.</a:t>
            </a:r>
            <a:endParaRPr lang="es-ES" sz="2000" b="0" u="none" strike="noStrike">
              <a:solidFill>
                <a:srgbClr val="000000"/>
              </a:solidFill>
              <a:effectLst/>
              <a:uFillTx/>
              <a:latin typeface="Arial"/>
            </a:endParaRPr>
          </a:p>
          <a:p>
            <a:pPr algn="just" defTabSz="457200">
              <a:lnSpc>
                <a:spcPct val="100000"/>
              </a:lnSpc>
              <a:tabLst>
                <a:tab algn="l" pos="0"/>
              </a:tabLst>
            </a:pPr>
            <a:endParaRPr lang="es-ES" sz="2000" b="0" u="none" strike="noStrike">
              <a:solidFill>
                <a:srgbClr val="000000"/>
              </a:solidFill>
              <a:effectLst/>
              <a:uFillTx/>
              <a:latin typeface="Arial"/>
            </a:endParaRPr>
          </a:p>
          <a:p>
            <a:pPr marL="343080" indent="-343080" algn="just" defTabSz="457200">
              <a:lnSpc>
                <a:spcPct val="100000"/>
              </a:lnSpc>
              <a:buClr>
                <a:srgbClr val="0098cd"/>
              </a:buClr>
              <a:buFont typeface="Arial"/>
              <a:buChar char="•"/>
              <a:tabLst>
                <a:tab algn="l" pos="0"/>
              </a:tabLst>
            </a:pPr>
            <a:r>
              <a:rPr lang="es-ES" sz="2000" b="1" u="none" strike="noStrike">
                <a:solidFill>
                  <a:srgbClr val="0098cd"/>
                </a:solidFill>
                <a:effectLst/>
                <a:uFillTx/>
                <a:latin typeface="Arial"/>
                <a:ea typeface="MS PGothic"/>
              </a:rPr>
              <a:t>24 de mayo de 2026</a:t>
            </a:r>
            <a:r>
              <a:rPr lang="es-ES" sz="2000" b="0" u="none" strike="noStrike">
                <a:solidFill>
                  <a:srgbClr val="0098cd"/>
                </a:solidFill>
                <a:effectLst/>
                <a:uFillTx/>
                <a:latin typeface="Arial"/>
                <a:ea typeface="MS PGothic"/>
              </a:rPr>
              <a:t>: Notificación oficial del resultado.</a:t>
            </a:r>
            <a:endParaRPr lang="es-ES" sz="2000" b="0" u="none" strike="noStrike">
              <a:solidFill>
                <a:srgbClr val="000000"/>
              </a:solidFill>
              <a:effectLst/>
              <a:uFillTx/>
              <a:latin typeface="Arial"/>
            </a:endParaRPr>
          </a:p>
          <a:p>
            <a:pPr algn="just" defTabSz="457200">
              <a:lnSpc>
                <a:spcPct val="100000"/>
              </a:lnSpc>
              <a:tabLst>
                <a:tab algn="l" pos="0"/>
              </a:tabLst>
            </a:pPr>
            <a:endParaRPr lang="es-ES" sz="2000" b="0" u="none" strike="noStrike">
              <a:solidFill>
                <a:srgbClr val="000000"/>
              </a:solidFill>
              <a:effectLst/>
              <a:uFillTx/>
              <a:latin typeface="Arial"/>
            </a:endParaRPr>
          </a:p>
          <a:p>
            <a:pPr algn="just" defTabSz="457200">
              <a:lnSpc>
                <a:spcPct val="100000"/>
              </a:lnSpc>
              <a:tabLst>
                <a:tab algn="l" pos="0"/>
              </a:tabLst>
            </a:pPr>
            <a:r>
              <a:rPr lang="es-ES" sz="2000" b="1" u="none" strike="noStrike">
                <a:solidFill>
                  <a:srgbClr val="7e7e7e"/>
                </a:solidFill>
                <a:effectLst/>
                <a:uFillTx/>
                <a:latin typeface="Arial"/>
                <a:ea typeface="MS PGothic"/>
              </a:rPr>
              <a:t>¡¡¡IMPORTANTE!!!</a:t>
            </a:r>
            <a:endParaRPr lang="es-ES" sz="2000" b="0" u="none" strike="noStrike">
              <a:solidFill>
                <a:srgbClr val="000000"/>
              </a:solidFill>
              <a:effectLst/>
              <a:uFillTx/>
              <a:latin typeface="Arial"/>
            </a:endParaRPr>
          </a:p>
          <a:p>
            <a:pPr algn="just" defTabSz="457200">
              <a:lnSpc>
                <a:spcPct val="100000"/>
              </a:lnSpc>
              <a:tabLst>
                <a:tab algn="l" pos="0"/>
              </a:tabLst>
            </a:pPr>
            <a:r>
              <a:rPr lang="es-ES" sz="2000" b="0" u="none" strike="noStrike">
                <a:solidFill>
                  <a:srgbClr val="0098cd"/>
                </a:solidFill>
                <a:effectLst/>
                <a:uFillTx/>
                <a:latin typeface="Arial"/>
                <a:ea typeface="MS PGothic"/>
              </a:rPr>
              <a:t>Entre ambas fechas, podréis recibir un correo solicitando la subsanación de la documentación enviada (únicamente cuando la documentación aportada sea incompleta o si es necesario ampliar la información de alguno de los documentos aportados).</a:t>
            </a:r>
            <a:endParaRPr lang="es-ES" sz="2000" b="0" u="none" strike="noStrike">
              <a:solidFill>
                <a:srgbClr val="000000"/>
              </a:solidFill>
              <a:effectLst/>
              <a:uFillTx/>
              <a:latin typeface="Arial"/>
            </a:endParaRPr>
          </a:p>
          <a:p>
            <a:pPr algn="just" defTabSz="457200">
              <a:lnSpc>
                <a:spcPct val="100000"/>
              </a:lnSpc>
              <a:tabLst>
                <a:tab algn="l" pos="0"/>
              </a:tabLst>
            </a:pPr>
            <a:endParaRPr lang="es-ES" sz="2000" b="0" u="none" strike="noStrike">
              <a:solidFill>
                <a:srgbClr val="000000"/>
              </a:solidFill>
              <a:effectLst/>
              <a:uFillTx/>
              <a:latin typeface="Arial"/>
            </a:endParaRPr>
          </a:p>
          <a:p>
            <a:pPr marL="343080" indent="-343080" algn="just" defTabSz="457200">
              <a:lnSpc>
                <a:spcPct val="100000"/>
              </a:lnSpc>
              <a:buClr>
                <a:srgbClr val="0098cd"/>
              </a:buClr>
              <a:buFont typeface="Arial"/>
              <a:buChar char="•"/>
              <a:tabLst>
                <a:tab algn="l" pos="0"/>
              </a:tabLst>
            </a:pPr>
            <a:r>
              <a:rPr lang="es-ES" sz="2000" b="0" u="none" strike="noStrike">
                <a:solidFill>
                  <a:srgbClr val="0098cd"/>
                </a:solidFill>
                <a:effectLst/>
                <a:uFillTx/>
                <a:latin typeface="Arial"/>
                <a:ea typeface="MS PGothic"/>
              </a:rPr>
              <a:t>Si la </a:t>
            </a:r>
            <a:r>
              <a:rPr lang="es-ES" sz="2000" b="1" u="none" strike="noStrike">
                <a:solidFill>
                  <a:srgbClr val="0098cd"/>
                </a:solidFill>
                <a:effectLst/>
                <a:uFillTx/>
                <a:latin typeface="Arial"/>
                <a:ea typeface="MS PGothic"/>
              </a:rPr>
              <a:t>respuesta</a:t>
            </a:r>
            <a:r>
              <a:rPr lang="es-ES" sz="2000" b="0" u="none" strike="noStrike">
                <a:solidFill>
                  <a:srgbClr val="0098cd"/>
                </a:solidFill>
                <a:effectLst/>
                <a:uFillTx/>
                <a:latin typeface="Arial"/>
                <a:ea typeface="MS PGothic"/>
              </a:rPr>
              <a:t> a dicho correo se realiza </a:t>
            </a:r>
            <a:r>
              <a:rPr lang="es-ES" sz="2000" b="1" u="none" strike="noStrike">
                <a:solidFill>
                  <a:srgbClr val="0098cd"/>
                </a:solidFill>
                <a:effectLst/>
                <a:uFillTx/>
                <a:latin typeface="Arial"/>
                <a:ea typeface="MS PGothic"/>
              </a:rPr>
              <a:t>fuera del plazo </a:t>
            </a:r>
            <a:r>
              <a:rPr lang="es-ES" sz="2000" b="0" u="none" strike="noStrike">
                <a:solidFill>
                  <a:srgbClr val="0098cd"/>
                </a:solidFill>
                <a:effectLst/>
                <a:uFillTx/>
                <a:latin typeface="Arial"/>
                <a:ea typeface="MS PGothic"/>
              </a:rPr>
              <a:t>indicado en el mismo y finalmente no se confirma el RTC, </a:t>
            </a:r>
            <a:r>
              <a:rPr lang="es-ES" sz="2000" b="1" u="none" strike="noStrike">
                <a:solidFill>
                  <a:srgbClr val="0098cd"/>
                </a:solidFill>
                <a:effectLst/>
                <a:uFillTx/>
                <a:latin typeface="Arial"/>
                <a:ea typeface="MS PGothic"/>
              </a:rPr>
              <a:t>no se gestionará la búsqueda de centro de prácticas</a:t>
            </a:r>
            <a:r>
              <a:rPr lang="es-ES" sz="2000" b="0" u="none" strike="noStrike">
                <a:solidFill>
                  <a:srgbClr val="0098cd"/>
                </a:solidFill>
                <a:effectLst/>
                <a:uFillTx/>
                <a:latin typeface="Arial"/>
                <a:ea typeface="MS PGothic"/>
              </a:rPr>
              <a:t> y será responsabilidad del propio alumno quien lo gestione y proponga.</a:t>
            </a:r>
            <a:endParaRPr lang="es-ES" sz="2000" b="0" u="none" strike="noStrike">
              <a:solidFill>
                <a:srgbClr val="000000"/>
              </a:solidFill>
              <a:effectLst/>
              <a:uFillTx/>
              <a:latin typeface="Arial"/>
            </a:endParaRPr>
          </a:p>
        </p:txBody>
      </p:sp>
      <p:sp>
        <p:nvSpPr>
          <p:cNvPr id="195" name="Rectángulo 8"/>
          <p:cNvSpPr/>
          <p:nvPr/>
        </p:nvSpPr>
        <p:spPr>
          <a:xfrm>
            <a:off x="0" y="5775480"/>
            <a:ext cx="12191040" cy="460440"/>
          </a:xfrm>
          <a:prstGeom prst="rect">
            <a:avLst/>
          </a:prstGeom>
          <a:solidFill>
            <a:schemeClr val="bg1">
              <a:lumMod val="50000"/>
            </a:schemeClr>
          </a:solidFill>
          <a:ln w="0">
            <a:noFill/>
          </a:ln>
        </p:spPr>
        <p:style>
          <a:lnRef idx="0"/>
          <a:fillRef idx="0"/>
          <a:effectRef idx="0"/>
          <a:fontRef idx="minor"/>
        </p:style>
        <p:txBody>
          <a:bodyPr lIns="90000" rIns="90000" tIns="45000" bIns="45000" anchor="t">
            <a:spAutoFit/>
          </a:bodyPr>
          <a:p>
            <a:pPr algn="ctr" defTabSz="457200">
              <a:lnSpc>
                <a:spcPct val="100000"/>
              </a:lnSpc>
              <a:tabLst>
                <a:tab algn="l" pos="0"/>
              </a:tabLst>
            </a:pPr>
            <a:r>
              <a:rPr lang="es-ES" sz="2400" b="1" u="none" strike="noStrike">
                <a:solidFill>
                  <a:srgbClr val="f2f2f2"/>
                </a:solidFill>
                <a:effectLst/>
                <a:uFillTx/>
                <a:latin typeface="Arial"/>
                <a:ea typeface="MS PGothic"/>
              </a:rPr>
              <a:t>Si se rechaza el RTC, existe la posibilidad de solicitar centro de prácticas</a:t>
            </a:r>
            <a:endParaRPr lang="es-ES" sz="2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sldNum" idx="23"/>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853F57E3-AB0E-40EB-9124-B19F255F2779}"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
        <p:nvSpPr>
          <p:cNvPr id="197" name="Proceso alternativo 9"/>
          <p:cNvSpPr/>
          <p:nvPr/>
        </p:nvSpPr>
        <p:spPr>
          <a:xfrm>
            <a:off x="447120" y="304560"/>
            <a:ext cx="3631680" cy="305280"/>
          </a:xfrm>
          <a:prstGeom prst="flowChartAlternateProcess">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200" b="1" u="none" strike="noStrike">
                <a:solidFill>
                  <a:schemeClr val="lt1"/>
                </a:solidFill>
                <a:effectLst/>
                <a:uFillTx/>
                <a:latin typeface="Arial"/>
                <a:ea typeface="Arial"/>
              </a:rPr>
              <a:t>3. SOLICITUD DE RECONOCIMIENTO (RTC)</a:t>
            </a:r>
            <a:endParaRPr lang="es-ES" sz="1200" b="0" u="none" strike="noStrike">
              <a:solidFill>
                <a:srgbClr val="ffffff"/>
              </a:solidFill>
              <a:effectLst/>
              <a:uFillTx/>
              <a:latin typeface="Arial"/>
            </a:endParaRPr>
          </a:p>
        </p:txBody>
      </p:sp>
      <p:sp>
        <p:nvSpPr>
          <p:cNvPr id="198" name="CuadroTexto 5"/>
          <p:cNvSpPr/>
          <p:nvPr/>
        </p:nvSpPr>
        <p:spPr>
          <a:xfrm>
            <a:off x="1983240" y="2967480"/>
            <a:ext cx="8224200" cy="92232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lang="es-ES" sz="5400" b="1" u="none" strike="noStrike">
                <a:solidFill>
                  <a:srgbClr val="0098cd"/>
                </a:solidFill>
                <a:effectLst/>
                <a:uFillTx/>
                <a:latin typeface="Arial"/>
                <a:ea typeface="Arial"/>
              </a:rPr>
              <a:t>¿Cómo solicitar el RTC?</a:t>
            </a:r>
            <a:endParaRPr lang="es-ES" sz="5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9" name="Imagen 8" descr="Interfaz de usuario gráfica, Aplicación&#10;&#10;Descripción generada automáticamente"/>
          <p:cNvPicPr/>
          <p:nvPr/>
        </p:nvPicPr>
        <p:blipFill>
          <a:blip r:embed="rId1"/>
          <a:stretch/>
        </p:blipFill>
        <p:spPr>
          <a:xfrm>
            <a:off x="152280" y="729000"/>
            <a:ext cx="11889000" cy="5398920"/>
          </a:xfrm>
          <a:prstGeom prst="rect">
            <a:avLst/>
          </a:prstGeom>
          <a:noFill/>
          <a:ln w="0">
            <a:noFill/>
          </a:ln>
        </p:spPr>
      </p:pic>
      <p:sp>
        <p:nvSpPr>
          <p:cNvPr id="200" name="PlaceHolder 1"/>
          <p:cNvSpPr>
            <a:spLocks noGrp="1"/>
          </p:cNvSpPr>
          <p:nvPr>
            <p:ph type="sldNum" idx="24"/>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4F3DDA73-E878-4610-8099-9CE555BABDC1}"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
        <p:nvSpPr>
          <p:cNvPr id="201" name="Proceso alternativo 9"/>
          <p:cNvSpPr/>
          <p:nvPr/>
        </p:nvSpPr>
        <p:spPr>
          <a:xfrm>
            <a:off x="447120" y="304560"/>
            <a:ext cx="3631680" cy="305280"/>
          </a:xfrm>
          <a:prstGeom prst="flowChartAlternateProcess">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200" b="1" u="none" strike="noStrike">
                <a:solidFill>
                  <a:schemeClr val="lt1"/>
                </a:solidFill>
                <a:effectLst/>
                <a:uFillTx/>
                <a:latin typeface="Arial"/>
                <a:ea typeface="Arial"/>
              </a:rPr>
              <a:t>3. SOLICITUD DE RECONOCIMIENTO (RTC)</a:t>
            </a:r>
            <a:endParaRPr lang="es-ES" sz="1200" b="0" u="none" strike="noStrike">
              <a:solidFill>
                <a:srgbClr val="ffffff"/>
              </a:solidFill>
              <a:effectLst/>
              <a:uFillTx/>
              <a:latin typeface="Arial"/>
            </a:endParaRPr>
          </a:p>
        </p:txBody>
      </p:sp>
      <p:sp>
        <p:nvSpPr>
          <p:cNvPr id="202" name="Rectángulo redondeado 6"/>
          <p:cNvSpPr/>
          <p:nvPr/>
        </p:nvSpPr>
        <p:spPr>
          <a:xfrm>
            <a:off x="137520" y="3257280"/>
            <a:ext cx="1480680" cy="286920"/>
          </a:xfrm>
          <a:prstGeom prst="roundRect">
            <a:avLst>
              <a:gd name="adj" fmla="val 34982"/>
            </a:avLst>
          </a:prstGeom>
          <a:noFill/>
          <a:ln w="44450">
            <a:solidFill>
              <a:srgbClr val="ff0000"/>
            </a:solidFill>
            <a:bevel/>
          </a:ln>
        </p:spPr>
        <p:style>
          <a:lnRef idx="0"/>
          <a:fillRef idx="0"/>
          <a:effectRef idx="0"/>
          <a:fontRef idx="minor"/>
        </p:style>
        <p:txBody>
          <a:bodyPr numCol="1" spcCol="0" lIns="45720" rIns="45720" tIns="45000" bIns="45000" anchor="ctr">
            <a:spAutoFit/>
          </a:bodyPr>
          <a:p>
            <a:pPr defTabSz="457200">
              <a:lnSpc>
                <a:spcPct val="100000"/>
              </a:lnSpc>
              <a:tabLst>
                <a:tab algn="l" pos="0"/>
              </a:tabLst>
            </a:pPr>
            <a:endParaRPr lang="es-ES" sz="1800" b="0" u="none" strike="noStrike">
              <a:solidFill>
                <a:srgbClr val="535353"/>
              </a:solidFill>
              <a:effectLst/>
              <a:uFillTx/>
              <a:latin typeface="Arial"/>
              <a:ea typeface="Arial"/>
            </a:endParaRPr>
          </a:p>
        </p:txBody>
      </p:sp>
      <p:sp>
        <p:nvSpPr>
          <p:cNvPr id="203" name="Rectángulo redondeado 7"/>
          <p:cNvSpPr/>
          <p:nvPr/>
        </p:nvSpPr>
        <p:spPr>
          <a:xfrm>
            <a:off x="1775520" y="4058640"/>
            <a:ext cx="5843880" cy="286920"/>
          </a:xfrm>
          <a:prstGeom prst="roundRect">
            <a:avLst>
              <a:gd name="adj" fmla="val 34982"/>
            </a:avLst>
          </a:prstGeom>
          <a:noFill/>
          <a:ln w="44450">
            <a:solidFill>
              <a:srgbClr val="ff0000"/>
            </a:solidFill>
            <a:bevel/>
          </a:ln>
        </p:spPr>
        <p:style>
          <a:lnRef idx="0"/>
          <a:fillRef idx="0"/>
          <a:effectRef idx="0"/>
          <a:fontRef idx="minor"/>
        </p:style>
        <p:txBody>
          <a:bodyPr numCol="1" spcCol="0" lIns="45720" rIns="45720" tIns="45000" bIns="45000" anchor="ctr">
            <a:spAutoFit/>
          </a:bodyPr>
          <a:p>
            <a:pPr defTabSz="457200">
              <a:lnSpc>
                <a:spcPct val="100000"/>
              </a:lnSpc>
              <a:tabLst>
                <a:tab algn="l" pos="0"/>
              </a:tabLst>
            </a:pPr>
            <a:endParaRPr lang="es-ES" sz="1800" b="0" u="none" strike="noStrike">
              <a:solidFill>
                <a:srgbClr val="535353"/>
              </a:solidFill>
              <a:effectLst/>
              <a:uFillTx/>
              <a:latin typeface="Arial"/>
              <a:ea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4" name="Imagen 3" descr="Interfaz de usuario gráfica, Texto, Aplicación, Correo electrónico, Teams&#10;&#10;Descripción generada automáticamente"/>
          <p:cNvPicPr/>
          <p:nvPr/>
        </p:nvPicPr>
        <p:blipFill>
          <a:blip r:embed="rId1"/>
          <a:stretch/>
        </p:blipFill>
        <p:spPr>
          <a:xfrm>
            <a:off x="137520" y="729000"/>
            <a:ext cx="11916000" cy="5398920"/>
          </a:xfrm>
          <a:prstGeom prst="rect">
            <a:avLst/>
          </a:prstGeom>
          <a:noFill/>
          <a:ln w="0">
            <a:noFill/>
          </a:ln>
        </p:spPr>
      </p:pic>
      <p:sp>
        <p:nvSpPr>
          <p:cNvPr id="205" name="PlaceHolder 1"/>
          <p:cNvSpPr>
            <a:spLocks noGrp="1"/>
          </p:cNvSpPr>
          <p:nvPr>
            <p:ph type="sldNum" idx="25"/>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8058C71D-B623-4E2B-AF73-4C882441D916}"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
        <p:nvSpPr>
          <p:cNvPr id="206" name="Proceso alternativo 9"/>
          <p:cNvSpPr/>
          <p:nvPr/>
        </p:nvSpPr>
        <p:spPr>
          <a:xfrm>
            <a:off x="447120" y="304560"/>
            <a:ext cx="3631680" cy="305280"/>
          </a:xfrm>
          <a:prstGeom prst="flowChartAlternateProcess">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200" b="1" u="none" strike="noStrike">
                <a:solidFill>
                  <a:schemeClr val="lt1"/>
                </a:solidFill>
                <a:effectLst/>
                <a:uFillTx/>
                <a:latin typeface="Arial"/>
                <a:ea typeface="Arial"/>
              </a:rPr>
              <a:t>3. SOLICITUD DE RECONOCIMIENTO (RTC)</a:t>
            </a:r>
            <a:endParaRPr lang="es-ES" sz="1200" b="0" u="none" strike="noStrike">
              <a:solidFill>
                <a:srgbClr val="ffffff"/>
              </a:solidFill>
              <a:effectLst/>
              <a:uFillTx/>
              <a:latin typeface="Arial"/>
            </a:endParaRPr>
          </a:p>
        </p:txBody>
      </p:sp>
      <p:sp>
        <p:nvSpPr>
          <p:cNvPr id="207" name="Rectángulo redondeado 6"/>
          <p:cNvSpPr/>
          <p:nvPr/>
        </p:nvSpPr>
        <p:spPr>
          <a:xfrm>
            <a:off x="137520" y="3257280"/>
            <a:ext cx="1480680" cy="286920"/>
          </a:xfrm>
          <a:prstGeom prst="roundRect">
            <a:avLst>
              <a:gd name="adj" fmla="val 34982"/>
            </a:avLst>
          </a:prstGeom>
          <a:noFill/>
          <a:ln w="44450">
            <a:solidFill>
              <a:srgbClr val="ff0000"/>
            </a:solidFill>
            <a:bevel/>
          </a:ln>
        </p:spPr>
        <p:style>
          <a:lnRef idx="0"/>
          <a:fillRef idx="0"/>
          <a:effectRef idx="0"/>
          <a:fontRef idx="minor"/>
        </p:style>
        <p:txBody>
          <a:bodyPr numCol="1" spcCol="0" lIns="45720" rIns="45720" tIns="45000" bIns="45000" anchor="ctr">
            <a:spAutoFit/>
          </a:bodyPr>
          <a:p>
            <a:pPr defTabSz="457200">
              <a:lnSpc>
                <a:spcPct val="100000"/>
              </a:lnSpc>
              <a:tabLst>
                <a:tab algn="l" pos="0"/>
              </a:tabLst>
            </a:pPr>
            <a:endParaRPr lang="es-ES" sz="1800" b="0" u="none" strike="noStrike">
              <a:solidFill>
                <a:srgbClr val="535353"/>
              </a:solidFill>
              <a:effectLst/>
              <a:uFillTx/>
              <a:latin typeface="Arial"/>
              <a:ea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8" name="Imagen 3" descr="Interfaz de usuario gráfica, Texto, Aplicación, Correo electrónico, Teams&#10;&#10;Descripción generada automáticamente"/>
          <p:cNvPicPr/>
          <p:nvPr/>
        </p:nvPicPr>
        <p:blipFill>
          <a:blip r:embed="rId1"/>
          <a:stretch/>
        </p:blipFill>
        <p:spPr>
          <a:xfrm>
            <a:off x="137520" y="729000"/>
            <a:ext cx="11916000" cy="5398920"/>
          </a:xfrm>
          <a:prstGeom prst="rect">
            <a:avLst/>
          </a:prstGeom>
          <a:noFill/>
          <a:ln w="0">
            <a:noFill/>
          </a:ln>
        </p:spPr>
      </p:pic>
      <p:sp>
        <p:nvSpPr>
          <p:cNvPr id="209" name="PlaceHolder 1"/>
          <p:cNvSpPr>
            <a:spLocks noGrp="1"/>
          </p:cNvSpPr>
          <p:nvPr>
            <p:ph type="sldNum" idx="26"/>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1759A0A7-86FB-4316-9F31-747003554818}"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
        <p:nvSpPr>
          <p:cNvPr id="210" name="Proceso alternativo 9"/>
          <p:cNvSpPr/>
          <p:nvPr/>
        </p:nvSpPr>
        <p:spPr>
          <a:xfrm>
            <a:off x="447120" y="304560"/>
            <a:ext cx="3631680" cy="305280"/>
          </a:xfrm>
          <a:prstGeom prst="flowChartAlternateProcess">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200" b="1" u="none" strike="noStrike">
                <a:solidFill>
                  <a:schemeClr val="lt1"/>
                </a:solidFill>
                <a:effectLst/>
                <a:uFillTx/>
                <a:latin typeface="Arial"/>
                <a:ea typeface="Arial"/>
              </a:rPr>
              <a:t>3. SOLICITUD DE RECONOCIMIENTO (RTC)</a:t>
            </a:r>
            <a:endParaRPr lang="es-ES" sz="1200" b="0" u="none" strike="noStrike">
              <a:solidFill>
                <a:srgbClr val="ffffff"/>
              </a:solidFill>
              <a:effectLst/>
              <a:uFillTx/>
              <a:latin typeface="Arial"/>
            </a:endParaRPr>
          </a:p>
        </p:txBody>
      </p:sp>
      <p:sp>
        <p:nvSpPr>
          <p:cNvPr id="211" name="Rectángulo redondeado 6"/>
          <p:cNvSpPr/>
          <p:nvPr/>
        </p:nvSpPr>
        <p:spPr>
          <a:xfrm>
            <a:off x="137520" y="3257280"/>
            <a:ext cx="1480680" cy="286920"/>
          </a:xfrm>
          <a:prstGeom prst="roundRect">
            <a:avLst>
              <a:gd name="adj" fmla="val 34982"/>
            </a:avLst>
          </a:prstGeom>
          <a:noFill/>
          <a:ln w="44450">
            <a:solidFill>
              <a:srgbClr val="ff0000"/>
            </a:solidFill>
            <a:bevel/>
          </a:ln>
        </p:spPr>
        <p:style>
          <a:lnRef idx="0"/>
          <a:fillRef idx="0"/>
          <a:effectRef idx="0"/>
          <a:fontRef idx="minor"/>
        </p:style>
        <p:txBody>
          <a:bodyPr numCol="1" spcCol="0" lIns="45720" rIns="45720" tIns="45000" bIns="45000" anchor="ctr">
            <a:spAutoFit/>
          </a:bodyPr>
          <a:p>
            <a:pPr defTabSz="457200">
              <a:lnSpc>
                <a:spcPct val="100000"/>
              </a:lnSpc>
              <a:tabLst>
                <a:tab algn="l" pos="0"/>
              </a:tabLst>
            </a:pPr>
            <a:endParaRPr lang="es-ES" sz="1800" b="0" u="none" strike="noStrike">
              <a:solidFill>
                <a:srgbClr val="535353"/>
              </a:solidFill>
              <a:effectLst/>
              <a:uFillTx/>
              <a:latin typeface="Arial"/>
              <a:ea typeface="Arial"/>
            </a:endParaRPr>
          </a:p>
        </p:txBody>
      </p:sp>
      <p:sp>
        <p:nvSpPr>
          <p:cNvPr id="212" name="Rectángulo redondeado 7"/>
          <p:cNvSpPr/>
          <p:nvPr/>
        </p:nvSpPr>
        <p:spPr>
          <a:xfrm>
            <a:off x="1703520" y="3069000"/>
            <a:ext cx="3239280" cy="286920"/>
          </a:xfrm>
          <a:prstGeom prst="roundRect">
            <a:avLst>
              <a:gd name="adj" fmla="val 34982"/>
            </a:avLst>
          </a:prstGeom>
          <a:noFill/>
          <a:ln w="44450">
            <a:solidFill>
              <a:srgbClr val="ff0000"/>
            </a:solidFill>
            <a:bevel/>
          </a:ln>
        </p:spPr>
        <p:style>
          <a:lnRef idx="0"/>
          <a:fillRef idx="0"/>
          <a:effectRef idx="0"/>
          <a:fontRef idx="minor"/>
        </p:style>
        <p:txBody>
          <a:bodyPr numCol="1" spcCol="0" lIns="45720" rIns="45720" tIns="45000" bIns="45000" anchor="ctr">
            <a:spAutoFit/>
          </a:bodyPr>
          <a:p>
            <a:pPr defTabSz="457200">
              <a:lnSpc>
                <a:spcPct val="100000"/>
              </a:lnSpc>
              <a:tabLst>
                <a:tab algn="l" pos="0"/>
              </a:tabLst>
            </a:pPr>
            <a:endParaRPr lang="es-ES" sz="1800" b="0" u="none" strike="noStrike">
              <a:solidFill>
                <a:srgbClr val="535353"/>
              </a:solidFill>
              <a:effectLst/>
              <a:uFillTx/>
              <a:latin typeface="Arial"/>
              <a:ea typeface="Arial"/>
            </a:endParaRPr>
          </a:p>
        </p:txBody>
      </p:sp>
      <p:pic>
        <p:nvPicPr>
          <p:cNvPr id="213" name="Imagen 8"/>
          <p:cNvPicPr/>
          <p:nvPr/>
        </p:nvPicPr>
        <p:blipFill>
          <a:blip r:embed="rId2"/>
          <a:stretch/>
        </p:blipFill>
        <p:spPr>
          <a:xfrm>
            <a:off x="8048160" y="478800"/>
            <a:ext cx="3817440" cy="5398920"/>
          </a:xfrm>
          <a:prstGeom prst="rect">
            <a:avLst/>
          </a:prstGeom>
          <a:noFill/>
          <a:ln w="3175">
            <a:solidFill>
              <a:srgbClr val="ff0000"/>
            </a:solidFill>
            <a:round/>
          </a:ln>
        </p:spPr>
      </p:pic>
      <p:pic>
        <p:nvPicPr>
          <p:cNvPr id="214" name="Imagen 10"/>
          <p:cNvPicPr/>
          <p:nvPr/>
        </p:nvPicPr>
        <p:blipFill>
          <a:blip r:embed="rId3"/>
          <a:stretch/>
        </p:blipFill>
        <p:spPr>
          <a:xfrm rot="1189200">
            <a:off x="7100280" y="632520"/>
            <a:ext cx="3794400" cy="5398920"/>
          </a:xfrm>
          <a:prstGeom prst="rect">
            <a:avLst/>
          </a:prstGeom>
          <a:noFill/>
          <a:ln w="3175">
            <a:solidFill>
              <a:srgbClr val="ff0000"/>
            </a:solidFill>
            <a:round/>
          </a:ln>
        </p:spPr>
      </p:pic>
      <p:cxnSp>
        <p:nvCxnSpPr>
          <p:cNvPr id="215" name="Conector recto de flecha 11"/>
          <p:cNvCxnSpPr/>
          <p:nvPr/>
        </p:nvCxnSpPr>
        <p:spPr>
          <a:xfrm flipV="1">
            <a:off x="4943520" y="3068640"/>
            <a:ext cx="2354040" cy="145080"/>
          </a:xfrm>
          <a:prstGeom prst="straightConnector1">
            <a:avLst/>
          </a:prstGeom>
          <a:ln w="6350">
            <a:solidFill>
              <a:srgbClr val="ff0000"/>
            </a:solidFill>
            <a:prstDash val="dash"/>
            <a:miter/>
            <a:tailEnd len="med" type="triangle" w="med"/>
          </a:ln>
        </p:spPr>
      </p:cxnSp>
      <p:sp>
        <p:nvSpPr>
          <p:cNvPr id="216" name="Rectángulo redondeado 7"/>
          <p:cNvSpPr/>
          <p:nvPr/>
        </p:nvSpPr>
        <p:spPr>
          <a:xfrm>
            <a:off x="1703520" y="3786120"/>
            <a:ext cx="4103280" cy="286920"/>
          </a:xfrm>
          <a:prstGeom prst="roundRect">
            <a:avLst>
              <a:gd name="adj" fmla="val 34982"/>
            </a:avLst>
          </a:prstGeom>
          <a:noFill/>
          <a:ln w="44450">
            <a:solidFill>
              <a:srgbClr val="ff0000"/>
            </a:solidFill>
            <a:bevel/>
          </a:ln>
        </p:spPr>
        <p:style>
          <a:lnRef idx="0"/>
          <a:fillRef idx="0"/>
          <a:effectRef idx="0"/>
          <a:fontRef idx="minor"/>
        </p:style>
        <p:txBody>
          <a:bodyPr numCol="1" spcCol="0" lIns="45720" rIns="45720" tIns="45000" bIns="45000" anchor="ctr">
            <a:spAutoFit/>
          </a:bodyPr>
          <a:p>
            <a:pPr defTabSz="457200">
              <a:lnSpc>
                <a:spcPct val="100000"/>
              </a:lnSpc>
              <a:tabLst>
                <a:tab algn="l" pos="0"/>
              </a:tabLst>
            </a:pPr>
            <a:endParaRPr lang="es-ES" sz="1800" b="0" u="none" strike="noStrike">
              <a:solidFill>
                <a:srgbClr val="535353"/>
              </a:solidFill>
              <a:effectLst/>
              <a:uFillTx/>
              <a:latin typeface="Arial"/>
              <a:ea typeface="Arial"/>
            </a:endParaRPr>
          </a:p>
        </p:txBody>
      </p:sp>
      <p:cxnSp>
        <p:nvCxnSpPr>
          <p:cNvPr id="217" name="Conector recto de flecha 14"/>
          <p:cNvCxnSpPr>
            <a:stCxn id="216" idx="3"/>
          </p:cNvCxnSpPr>
          <p:nvPr/>
        </p:nvCxnSpPr>
        <p:spPr>
          <a:xfrm flipV="1">
            <a:off x="5806800" y="3212640"/>
            <a:ext cx="1490760" cy="717480"/>
          </a:xfrm>
          <a:prstGeom prst="straightConnector1">
            <a:avLst/>
          </a:prstGeom>
          <a:ln w="6350">
            <a:solidFill>
              <a:srgbClr val="ff0000"/>
            </a:solidFill>
            <a:prstDash val="dash"/>
            <a:miter/>
            <a:tailEnd len="med" type="triangle" w="med"/>
          </a:ln>
        </p:spPr>
      </p:cxn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8" name="Imagen 3" descr="Interfaz de usuario gráfica, Texto, Aplicación, Correo electrónico, Teams&#10;&#10;Descripción generada automáticamente"/>
          <p:cNvPicPr/>
          <p:nvPr/>
        </p:nvPicPr>
        <p:blipFill>
          <a:blip r:embed="rId1"/>
          <a:stretch/>
        </p:blipFill>
        <p:spPr>
          <a:xfrm>
            <a:off x="137520" y="729000"/>
            <a:ext cx="11916000" cy="5398920"/>
          </a:xfrm>
          <a:prstGeom prst="rect">
            <a:avLst/>
          </a:prstGeom>
          <a:noFill/>
          <a:ln w="0">
            <a:noFill/>
          </a:ln>
        </p:spPr>
      </p:pic>
      <p:sp>
        <p:nvSpPr>
          <p:cNvPr id="219" name="PlaceHolder 1"/>
          <p:cNvSpPr>
            <a:spLocks noGrp="1"/>
          </p:cNvSpPr>
          <p:nvPr>
            <p:ph type="sldNum" idx="27"/>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EA49CF63-4A59-4883-91FE-3F4AECF1E80F}"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
        <p:nvSpPr>
          <p:cNvPr id="220" name="Proceso alternativo 9"/>
          <p:cNvSpPr/>
          <p:nvPr/>
        </p:nvSpPr>
        <p:spPr>
          <a:xfrm>
            <a:off x="447120" y="304560"/>
            <a:ext cx="3631680" cy="305280"/>
          </a:xfrm>
          <a:prstGeom prst="flowChartAlternateProcess">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200" b="1" u="none" strike="noStrike">
                <a:solidFill>
                  <a:schemeClr val="lt1"/>
                </a:solidFill>
                <a:effectLst/>
                <a:uFillTx/>
                <a:latin typeface="Arial"/>
                <a:ea typeface="Arial"/>
              </a:rPr>
              <a:t>3. SOLICITUD DE RECONOCIMIENTO (RTC)</a:t>
            </a:r>
            <a:endParaRPr lang="es-ES" sz="1200" b="0" u="none" strike="noStrike">
              <a:solidFill>
                <a:srgbClr val="ffffff"/>
              </a:solidFill>
              <a:effectLst/>
              <a:uFillTx/>
              <a:latin typeface="Arial"/>
            </a:endParaRPr>
          </a:p>
        </p:txBody>
      </p:sp>
      <p:sp>
        <p:nvSpPr>
          <p:cNvPr id="221" name="Rectángulo redondeado 6"/>
          <p:cNvSpPr/>
          <p:nvPr/>
        </p:nvSpPr>
        <p:spPr>
          <a:xfrm>
            <a:off x="137520" y="3257280"/>
            <a:ext cx="1480680" cy="286920"/>
          </a:xfrm>
          <a:prstGeom prst="roundRect">
            <a:avLst>
              <a:gd name="adj" fmla="val 34982"/>
            </a:avLst>
          </a:prstGeom>
          <a:noFill/>
          <a:ln w="44450">
            <a:solidFill>
              <a:srgbClr val="ff0000"/>
            </a:solidFill>
            <a:bevel/>
          </a:ln>
        </p:spPr>
        <p:style>
          <a:lnRef idx="0"/>
          <a:fillRef idx="0"/>
          <a:effectRef idx="0"/>
          <a:fontRef idx="minor"/>
        </p:style>
        <p:txBody>
          <a:bodyPr numCol="1" spcCol="0" lIns="45720" rIns="45720" tIns="45000" bIns="45000" anchor="ctr">
            <a:spAutoFit/>
          </a:bodyPr>
          <a:p>
            <a:pPr defTabSz="457200">
              <a:lnSpc>
                <a:spcPct val="100000"/>
              </a:lnSpc>
              <a:tabLst>
                <a:tab algn="l" pos="0"/>
              </a:tabLst>
            </a:pPr>
            <a:endParaRPr lang="es-ES" sz="1800" b="0" u="none" strike="noStrike">
              <a:solidFill>
                <a:srgbClr val="535353"/>
              </a:solidFill>
              <a:effectLst/>
              <a:uFillTx/>
              <a:latin typeface="Arial"/>
              <a:ea typeface="Arial"/>
            </a:endParaRPr>
          </a:p>
        </p:txBody>
      </p:sp>
      <p:sp>
        <p:nvSpPr>
          <p:cNvPr id="222" name="Rectángulo redondeado 7"/>
          <p:cNvSpPr/>
          <p:nvPr/>
        </p:nvSpPr>
        <p:spPr>
          <a:xfrm>
            <a:off x="1703520" y="3285000"/>
            <a:ext cx="3239280" cy="286920"/>
          </a:xfrm>
          <a:prstGeom prst="roundRect">
            <a:avLst>
              <a:gd name="adj" fmla="val 34982"/>
            </a:avLst>
          </a:prstGeom>
          <a:noFill/>
          <a:ln w="44450">
            <a:solidFill>
              <a:srgbClr val="ff0000"/>
            </a:solidFill>
            <a:bevel/>
          </a:ln>
        </p:spPr>
        <p:style>
          <a:lnRef idx="0"/>
          <a:fillRef idx="0"/>
          <a:effectRef idx="0"/>
          <a:fontRef idx="minor"/>
        </p:style>
        <p:txBody>
          <a:bodyPr numCol="1" spcCol="0" lIns="45720" rIns="45720" tIns="45000" bIns="45000" anchor="ctr">
            <a:spAutoFit/>
          </a:bodyPr>
          <a:p>
            <a:pPr defTabSz="457200">
              <a:lnSpc>
                <a:spcPct val="100000"/>
              </a:lnSpc>
              <a:tabLst>
                <a:tab algn="l" pos="0"/>
              </a:tabLst>
            </a:pPr>
            <a:endParaRPr lang="es-ES" sz="1800" b="0" u="none" strike="noStrike">
              <a:solidFill>
                <a:srgbClr val="535353"/>
              </a:solidFill>
              <a:effectLst/>
              <a:uFillTx/>
              <a:latin typeface="Arial"/>
              <a:ea typeface="Arial"/>
            </a:endParaRPr>
          </a:p>
        </p:txBody>
      </p:sp>
      <p:pic>
        <p:nvPicPr>
          <p:cNvPr id="223" name="Imagen 8"/>
          <p:cNvPicPr/>
          <p:nvPr/>
        </p:nvPicPr>
        <p:blipFill>
          <a:blip r:embed="rId2"/>
          <a:stretch/>
        </p:blipFill>
        <p:spPr>
          <a:xfrm>
            <a:off x="8048160" y="478800"/>
            <a:ext cx="3817440" cy="5398920"/>
          </a:xfrm>
          <a:prstGeom prst="rect">
            <a:avLst/>
          </a:prstGeom>
          <a:noFill/>
          <a:ln w="3175">
            <a:solidFill>
              <a:srgbClr val="ff0000"/>
            </a:solidFill>
            <a:round/>
          </a:ln>
        </p:spPr>
      </p:pic>
      <p:pic>
        <p:nvPicPr>
          <p:cNvPr id="224" name="Imagen 10"/>
          <p:cNvPicPr/>
          <p:nvPr/>
        </p:nvPicPr>
        <p:blipFill>
          <a:blip r:embed="rId3"/>
          <a:stretch/>
        </p:blipFill>
        <p:spPr>
          <a:xfrm rot="1189200">
            <a:off x="7100280" y="632520"/>
            <a:ext cx="3794400" cy="5398920"/>
          </a:xfrm>
          <a:prstGeom prst="rect">
            <a:avLst/>
          </a:prstGeom>
          <a:noFill/>
          <a:ln w="3175">
            <a:solidFill>
              <a:srgbClr val="ff0000"/>
            </a:solidFill>
            <a:round/>
          </a:ln>
        </p:spPr>
      </p:pic>
      <p:cxnSp>
        <p:nvCxnSpPr>
          <p:cNvPr id="225" name="Conector recto de flecha 11"/>
          <p:cNvCxnSpPr/>
          <p:nvPr/>
        </p:nvCxnSpPr>
        <p:spPr>
          <a:xfrm flipV="1">
            <a:off x="5087880" y="2731320"/>
            <a:ext cx="2669400" cy="671040"/>
          </a:xfrm>
          <a:prstGeom prst="straightConnector1">
            <a:avLst/>
          </a:prstGeom>
          <a:ln w="6350">
            <a:solidFill>
              <a:srgbClr val="ff0000"/>
            </a:solidFill>
            <a:prstDash val="dash"/>
            <a:miter/>
            <a:headEnd len="med" type="triangle" w="med"/>
          </a:ln>
        </p:spPr>
      </p:cxnSp>
      <p:sp>
        <p:nvSpPr>
          <p:cNvPr id="226" name="Rectángulo redondeado 10"/>
          <p:cNvSpPr/>
          <p:nvPr/>
        </p:nvSpPr>
        <p:spPr>
          <a:xfrm rot="1183800">
            <a:off x="7446600" y="2648880"/>
            <a:ext cx="2255040" cy="286920"/>
          </a:xfrm>
          <a:prstGeom prst="roundRect">
            <a:avLst>
              <a:gd name="adj" fmla="val 34982"/>
            </a:avLst>
          </a:prstGeom>
          <a:noFill/>
          <a:ln w="44450">
            <a:solidFill>
              <a:srgbClr val="ff0000"/>
            </a:solidFill>
            <a:bevel/>
          </a:ln>
        </p:spPr>
        <p:style>
          <a:lnRef idx="0"/>
          <a:fillRef idx="0"/>
          <a:effectRef idx="0"/>
          <a:fontRef idx="minor"/>
        </p:style>
        <p:txBody>
          <a:bodyPr numCol="1" spcCol="0" lIns="45720" rIns="45720" tIns="45000" bIns="45000" anchor="ctr">
            <a:spAutoFit/>
          </a:bodyPr>
          <a:p>
            <a:pPr defTabSz="457200">
              <a:lnSpc>
                <a:spcPct val="100000"/>
              </a:lnSpc>
              <a:tabLst>
                <a:tab algn="l" pos="0"/>
              </a:tabLst>
            </a:pPr>
            <a:endParaRPr lang="es-ES" sz="1800" b="0" u="none" strike="noStrike">
              <a:solidFill>
                <a:srgbClr val="535353"/>
              </a:solidFill>
              <a:effectLst/>
              <a:uFillTx/>
              <a:latin typeface="Arial"/>
              <a:ea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sldNum" idx="28"/>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D838FBC1-60B1-4BE0-88F9-BBC59625B37D}"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
        <p:nvSpPr>
          <p:cNvPr id="228" name="Proceso alternativo 9"/>
          <p:cNvSpPr/>
          <p:nvPr/>
        </p:nvSpPr>
        <p:spPr>
          <a:xfrm>
            <a:off x="447120" y="304560"/>
            <a:ext cx="3631680" cy="305280"/>
          </a:xfrm>
          <a:prstGeom prst="flowChartAlternateProcess">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200" b="1" u="none" strike="noStrike">
                <a:solidFill>
                  <a:schemeClr val="lt1"/>
                </a:solidFill>
                <a:effectLst/>
                <a:uFillTx/>
                <a:latin typeface="Arial"/>
                <a:ea typeface="Arial"/>
              </a:rPr>
              <a:t>3. SOLICITUD DE RECONOCIMIENTO (RTC)</a:t>
            </a:r>
            <a:endParaRPr lang="es-ES" sz="1200" b="0" u="none" strike="noStrike">
              <a:solidFill>
                <a:srgbClr val="ffffff"/>
              </a:solidFill>
              <a:effectLst/>
              <a:uFillTx/>
              <a:latin typeface="Arial"/>
            </a:endParaRPr>
          </a:p>
        </p:txBody>
      </p:sp>
      <p:pic>
        <p:nvPicPr>
          <p:cNvPr id="229" name="Imagen 2"/>
          <p:cNvPicPr/>
          <p:nvPr/>
        </p:nvPicPr>
        <p:blipFill>
          <a:blip r:embed="rId1"/>
          <a:stretch/>
        </p:blipFill>
        <p:spPr>
          <a:xfrm>
            <a:off x="428400" y="964440"/>
            <a:ext cx="4323960" cy="2056320"/>
          </a:xfrm>
          <a:prstGeom prst="rect">
            <a:avLst/>
          </a:prstGeom>
          <a:noFill/>
          <a:ln w="0">
            <a:noFill/>
          </a:ln>
        </p:spPr>
      </p:pic>
      <p:pic>
        <p:nvPicPr>
          <p:cNvPr id="230" name="Imagen 4"/>
          <p:cNvPicPr/>
          <p:nvPr/>
        </p:nvPicPr>
        <p:blipFill>
          <a:blip r:embed="rId2"/>
          <a:stretch/>
        </p:blipFill>
        <p:spPr>
          <a:xfrm>
            <a:off x="6191280" y="977760"/>
            <a:ext cx="5304240" cy="2056320"/>
          </a:xfrm>
          <a:prstGeom prst="rect">
            <a:avLst/>
          </a:prstGeom>
          <a:noFill/>
          <a:ln w="0">
            <a:noFill/>
          </a:ln>
        </p:spPr>
      </p:pic>
      <p:sp>
        <p:nvSpPr>
          <p:cNvPr id="231" name="Flecha derecha 11"/>
          <p:cNvSpPr/>
          <p:nvPr/>
        </p:nvSpPr>
        <p:spPr>
          <a:xfrm>
            <a:off x="5040360" y="1740960"/>
            <a:ext cx="862920" cy="502920"/>
          </a:xfrm>
          <a:prstGeom prst="rightArrow">
            <a:avLst>
              <a:gd name="adj1" fmla="val 50000"/>
              <a:gd name="adj2" fmla="val 50000"/>
            </a:avLst>
          </a:prstGeom>
          <a:solidFill>
            <a:srgbClr val="ffffff"/>
          </a:solidFill>
          <a:ln w="25400">
            <a:solidFill>
              <a:srgbClr val="0f7ec5"/>
            </a:solidFill>
            <a:bevel/>
          </a:ln>
        </p:spPr>
        <p:style>
          <a:lnRef idx="0"/>
          <a:fillRef idx="0"/>
          <a:effectRef idx="0"/>
          <a:fontRef idx="minor"/>
        </p:style>
        <p:txBody>
          <a:bodyPr numCol="1" spcCol="0" lIns="45720" rIns="45720" tIns="45000" bIns="45000" anchor="ctr">
            <a:spAutoFit/>
          </a:bodyPr>
          <a:p>
            <a:pPr defTabSz="457200">
              <a:lnSpc>
                <a:spcPct val="100000"/>
              </a:lnSpc>
              <a:tabLst>
                <a:tab algn="l" pos="0"/>
              </a:tabLst>
            </a:pPr>
            <a:endParaRPr lang="es-ES" sz="1800" b="0" u="none" strike="noStrike">
              <a:solidFill>
                <a:srgbClr val="535353"/>
              </a:solidFill>
              <a:effectLst/>
              <a:uFillTx/>
              <a:latin typeface="Arial"/>
              <a:ea typeface="Arial"/>
            </a:endParaRPr>
          </a:p>
        </p:txBody>
      </p:sp>
      <p:sp>
        <p:nvSpPr>
          <p:cNvPr id="232" name="Flecha abajo 12"/>
          <p:cNvSpPr/>
          <p:nvPr/>
        </p:nvSpPr>
        <p:spPr>
          <a:xfrm>
            <a:off x="8586000" y="3094560"/>
            <a:ext cx="514440" cy="608760"/>
          </a:xfrm>
          <a:prstGeom prst="downArrow">
            <a:avLst>
              <a:gd name="adj1" fmla="val 50000"/>
              <a:gd name="adj2" fmla="val 50000"/>
            </a:avLst>
          </a:prstGeom>
          <a:solidFill>
            <a:srgbClr val="ffffff"/>
          </a:solidFill>
          <a:ln w="25400">
            <a:solidFill>
              <a:srgbClr val="0f7ec5"/>
            </a:solidFill>
            <a:bevel/>
          </a:ln>
        </p:spPr>
        <p:style>
          <a:lnRef idx="0"/>
          <a:fillRef idx="0"/>
          <a:effectRef idx="0"/>
          <a:fontRef idx="minor"/>
        </p:style>
        <p:txBody>
          <a:bodyPr numCol="1" spcCol="0" lIns="45720" rIns="45720" tIns="45000" bIns="45000" anchor="ctr">
            <a:spAutoFit/>
          </a:bodyPr>
          <a:p>
            <a:pPr defTabSz="457200">
              <a:lnSpc>
                <a:spcPct val="100000"/>
              </a:lnSpc>
              <a:tabLst>
                <a:tab algn="l" pos="0"/>
              </a:tabLst>
            </a:pPr>
            <a:endParaRPr lang="es-ES" sz="1800" b="0" u="none" strike="noStrike">
              <a:solidFill>
                <a:srgbClr val="535353"/>
              </a:solidFill>
              <a:effectLst/>
              <a:uFillTx/>
              <a:latin typeface="Arial"/>
              <a:ea typeface="Arial"/>
            </a:endParaRPr>
          </a:p>
        </p:txBody>
      </p:sp>
      <p:pic>
        <p:nvPicPr>
          <p:cNvPr id="233" name="Imagen 13"/>
          <p:cNvPicPr/>
          <p:nvPr/>
        </p:nvPicPr>
        <p:blipFill>
          <a:blip r:embed="rId3"/>
          <a:stretch/>
        </p:blipFill>
        <p:spPr>
          <a:xfrm>
            <a:off x="6567480" y="3763800"/>
            <a:ext cx="4551840" cy="646560"/>
          </a:xfrm>
          <a:prstGeom prst="rect">
            <a:avLst/>
          </a:prstGeom>
          <a:noFill/>
          <a:ln w="0">
            <a:noFill/>
          </a:ln>
        </p:spPr>
      </p:pic>
      <p:sp>
        <p:nvSpPr>
          <p:cNvPr id="234" name="Flecha derecha 15"/>
          <p:cNvSpPr/>
          <p:nvPr/>
        </p:nvSpPr>
        <p:spPr>
          <a:xfrm flipH="1">
            <a:off x="5038920" y="3835440"/>
            <a:ext cx="862920" cy="502920"/>
          </a:xfrm>
          <a:prstGeom prst="rightArrow">
            <a:avLst>
              <a:gd name="adj1" fmla="val 50000"/>
              <a:gd name="adj2" fmla="val 50000"/>
            </a:avLst>
          </a:prstGeom>
          <a:solidFill>
            <a:srgbClr val="ffffff"/>
          </a:solidFill>
          <a:ln w="25400">
            <a:solidFill>
              <a:srgbClr val="0f7ec5"/>
            </a:solidFill>
            <a:bevel/>
          </a:ln>
        </p:spPr>
        <p:style>
          <a:lnRef idx="0"/>
          <a:fillRef idx="0"/>
          <a:effectRef idx="0"/>
          <a:fontRef idx="minor"/>
        </p:style>
        <p:txBody>
          <a:bodyPr numCol="1" spcCol="0" lIns="45720" rIns="45720" tIns="45000" bIns="45000" anchor="ctr">
            <a:spAutoFit/>
          </a:bodyPr>
          <a:p>
            <a:pPr defTabSz="457200">
              <a:lnSpc>
                <a:spcPct val="100000"/>
              </a:lnSpc>
              <a:tabLst>
                <a:tab algn="l" pos="0"/>
              </a:tabLst>
            </a:pPr>
            <a:endParaRPr lang="es-ES" sz="1800" b="0" u="none" strike="noStrike">
              <a:solidFill>
                <a:srgbClr val="535353"/>
              </a:solidFill>
              <a:effectLst/>
              <a:uFillTx/>
              <a:latin typeface="Arial"/>
              <a:ea typeface="Arial"/>
            </a:endParaRPr>
          </a:p>
        </p:txBody>
      </p:sp>
      <p:pic>
        <p:nvPicPr>
          <p:cNvPr id="235" name="Imagen 14"/>
          <p:cNvPicPr/>
          <p:nvPr/>
        </p:nvPicPr>
        <p:blipFill>
          <a:blip r:embed="rId4"/>
          <a:stretch/>
        </p:blipFill>
        <p:spPr>
          <a:xfrm>
            <a:off x="447120" y="3305880"/>
            <a:ext cx="4305600" cy="1562040"/>
          </a:xfrm>
          <a:prstGeom prst="rect">
            <a:avLst/>
          </a:prstGeom>
          <a:noFill/>
          <a:ln w="0">
            <a:noFill/>
          </a:ln>
        </p:spPr>
      </p:pic>
      <p:pic>
        <p:nvPicPr>
          <p:cNvPr id="236" name="Imagen 16"/>
          <p:cNvPicPr/>
          <p:nvPr/>
        </p:nvPicPr>
        <p:blipFill>
          <a:blip r:embed="rId5"/>
          <a:stretch/>
        </p:blipFill>
        <p:spPr>
          <a:xfrm>
            <a:off x="6191280" y="4869000"/>
            <a:ext cx="3780360" cy="1427760"/>
          </a:xfrm>
          <a:prstGeom prst="rect">
            <a:avLst/>
          </a:prstGeom>
          <a:noFill/>
          <a:ln w="0">
            <a:noFill/>
          </a:ln>
        </p:spPr>
      </p:pic>
      <p:sp>
        <p:nvSpPr>
          <p:cNvPr id="237" name="Flecha doblada 18"/>
          <p:cNvSpPr/>
          <p:nvPr/>
        </p:nvSpPr>
        <p:spPr>
          <a:xfrm flipV="1">
            <a:off x="2664000" y="5072760"/>
            <a:ext cx="3239280" cy="855360"/>
          </a:xfrm>
          <a:prstGeom prst="bentArrow">
            <a:avLst>
              <a:gd name="adj1" fmla="val 28389"/>
              <a:gd name="adj2" fmla="val 30931"/>
              <a:gd name="adj3" fmla="val 35167"/>
              <a:gd name="adj4" fmla="val 43750"/>
            </a:avLst>
          </a:prstGeom>
          <a:solidFill>
            <a:srgbClr val="ffffff"/>
          </a:solidFill>
          <a:ln w="25400">
            <a:solidFill>
              <a:srgbClr val="0f7ec5"/>
            </a:solidFill>
            <a:bevel/>
          </a:ln>
        </p:spPr>
        <p:style>
          <a:lnRef idx="0"/>
          <a:fillRef idx="0"/>
          <a:effectRef idx="0"/>
          <a:fontRef idx="minor"/>
        </p:style>
        <p:txBody>
          <a:bodyPr numCol="1" spcCol="0" lIns="45720" rIns="45720" tIns="45000" bIns="45000" anchor="ctr">
            <a:spAutoFit/>
          </a:bodyPr>
          <a:p>
            <a:pPr defTabSz="457200">
              <a:lnSpc>
                <a:spcPct val="100000"/>
              </a:lnSpc>
              <a:tabLst>
                <a:tab algn="l" pos="0"/>
              </a:tabLst>
            </a:pPr>
            <a:endParaRPr lang="es-ES" sz="1800" b="0" u="none" strike="noStrike">
              <a:solidFill>
                <a:srgbClr val="535353"/>
              </a:solidFill>
              <a:effectLst/>
              <a:uFillTx/>
              <a:latin typeface="Arial"/>
              <a:ea typeface="Arial"/>
            </a:endParaRPr>
          </a:p>
        </p:txBody>
      </p:sp>
      <p:sp>
        <p:nvSpPr>
          <p:cNvPr id="238" name="CuadroTexto 20"/>
          <p:cNvSpPr/>
          <p:nvPr/>
        </p:nvSpPr>
        <p:spPr>
          <a:xfrm>
            <a:off x="1459440" y="653040"/>
            <a:ext cx="2262600" cy="33732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lang="es-ES" sz="1600" b="1" u="none" strike="noStrike">
                <a:solidFill>
                  <a:schemeClr val="accent2">
                    <a:lumMod val="75000"/>
                  </a:schemeClr>
                </a:solidFill>
                <a:effectLst/>
                <a:uFillTx/>
                <a:latin typeface="Arial"/>
                <a:ea typeface="Arial"/>
              </a:rPr>
              <a:t>ACCEDE AL ENLACE</a:t>
            </a:r>
            <a:endParaRPr lang="es-ES" sz="1600" b="0" u="none" strike="noStrike">
              <a:solidFill>
                <a:srgbClr val="000000"/>
              </a:solidFill>
              <a:effectLst/>
              <a:uFillTx/>
              <a:latin typeface="Arial"/>
            </a:endParaRPr>
          </a:p>
        </p:txBody>
      </p:sp>
      <p:sp>
        <p:nvSpPr>
          <p:cNvPr id="239" name="CuadroTexto 21"/>
          <p:cNvSpPr/>
          <p:nvPr/>
        </p:nvSpPr>
        <p:spPr>
          <a:xfrm>
            <a:off x="7270200" y="653040"/>
            <a:ext cx="3146400" cy="33732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lang="es-ES" sz="1600" b="1" u="none" strike="noStrike">
                <a:solidFill>
                  <a:schemeClr val="accent2">
                    <a:lumMod val="75000"/>
                  </a:schemeClr>
                </a:solidFill>
                <a:effectLst/>
                <a:uFillTx/>
                <a:latin typeface="Arial"/>
                <a:ea typeface="Arial"/>
              </a:rPr>
              <a:t>SELECCIONA TU TITULACIÓN</a:t>
            </a:r>
            <a:endParaRPr lang="es-ES" sz="1600" b="0" u="none" strike="noStrike">
              <a:solidFill>
                <a:srgbClr val="000000"/>
              </a:solidFill>
              <a:effectLst/>
              <a:uFillTx/>
              <a:latin typeface="Arial"/>
            </a:endParaRPr>
          </a:p>
        </p:txBody>
      </p:sp>
      <p:sp>
        <p:nvSpPr>
          <p:cNvPr id="240" name="CuadroTexto 22"/>
          <p:cNvSpPr/>
          <p:nvPr/>
        </p:nvSpPr>
        <p:spPr>
          <a:xfrm>
            <a:off x="5904360" y="3180240"/>
            <a:ext cx="2626560" cy="5835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lang="es-ES" sz="1600" b="1" u="none" strike="noStrike">
                <a:solidFill>
                  <a:schemeClr val="accent2">
                    <a:lumMod val="75000"/>
                  </a:schemeClr>
                </a:solidFill>
                <a:effectLst/>
                <a:uFillTx/>
                <a:latin typeface="Arial"/>
                <a:ea typeface="Arial"/>
              </a:rPr>
              <a:t>No olvides marcar el tipo</a:t>
            </a:r>
            <a:endParaRPr lang="es-ES" sz="1600" b="0" u="none" strike="noStrike">
              <a:solidFill>
                <a:srgbClr val="000000"/>
              </a:solidFill>
              <a:effectLst/>
              <a:uFillTx/>
              <a:latin typeface="Arial"/>
            </a:endParaRPr>
          </a:p>
          <a:p>
            <a:pPr algn="ctr" defTabSz="457200">
              <a:lnSpc>
                <a:spcPct val="100000"/>
              </a:lnSpc>
            </a:pPr>
            <a:r>
              <a:rPr lang="es-ES" sz="1600" b="1" u="none" strike="noStrike">
                <a:solidFill>
                  <a:schemeClr val="accent2">
                    <a:lumMod val="75000"/>
                  </a:schemeClr>
                </a:solidFill>
                <a:effectLst/>
                <a:uFillTx/>
                <a:latin typeface="Arial"/>
                <a:ea typeface="Arial"/>
              </a:rPr>
              <a:t>de reconocimiento </a:t>
            </a:r>
            <a:endParaRPr lang="es-ES" sz="1600" b="0" u="none" strike="noStrike">
              <a:solidFill>
                <a:srgbClr val="000000"/>
              </a:solidFill>
              <a:effectLst/>
              <a:uFillTx/>
              <a:latin typeface="Arial"/>
            </a:endParaRPr>
          </a:p>
        </p:txBody>
      </p:sp>
      <p:sp>
        <p:nvSpPr>
          <p:cNvPr id="241" name="CuadroTexto 23"/>
          <p:cNvSpPr/>
          <p:nvPr/>
        </p:nvSpPr>
        <p:spPr>
          <a:xfrm>
            <a:off x="53280" y="4781160"/>
            <a:ext cx="2810880" cy="5835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lang="es-ES" sz="1600" b="1" u="none" strike="noStrike">
                <a:solidFill>
                  <a:schemeClr val="accent2">
                    <a:lumMod val="75000"/>
                  </a:schemeClr>
                </a:solidFill>
                <a:effectLst/>
                <a:uFillTx/>
                <a:latin typeface="Arial"/>
                <a:ea typeface="Arial"/>
              </a:rPr>
              <a:t>ADJUNTA LOS ARCHIVOS</a:t>
            </a:r>
            <a:endParaRPr lang="es-ES" sz="1600" b="0" u="none" strike="noStrike">
              <a:solidFill>
                <a:srgbClr val="000000"/>
              </a:solidFill>
              <a:effectLst/>
              <a:uFillTx/>
              <a:latin typeface="Arial"/>
            </a:endParaRPr>
          </a:p>
          <a:p>
            <a:pPr algn="ctr" defTabSz="457200">
              <a:lnSpc>
                <a:spcPct val="100000"/>
              </a:lnSpc>
            </a:pPr>
            <a:r>
              <a:rPr lang="es-ES" sz="1600" b="1" u="none" strike="noStrike">
                <a:solidFill>
                  <a:schemeClr val="accent2">
                    <a:lumMod val="75000"/>
                  </a:schemeClr>
                </a:solidFill>
                <a:effectLst/>
                <a:uFillTx/>
                <a:latin typeface="Arial"/>
                <a:ea typeface="Arial"/>
              </a:rPr>
              <a:t>ESCANEADO EN PDF</a:t>
            </a:r>
            <a:endParaRPr lang="es-ES" sz="1600" b="0" u="none" strike="noStrike">
              <a:solidFill>
                <a:srgbClr val="000000"/>
              </a:solidFill>
              <a:effectLst/>
              <a:uFillTx/>
              <a:latin typeface="Arial"/>
            </a:endParaRPr>
          </a:p>
        </p:txBody>
      </p:sp>
      <p:sp>
        <p:nvSpPr>
          <p:cNvPr id="242" name="CuadroTexto 24"/>
          <p:cNvSpPr/>
          <p:nvPr/>
        </p:nvSpPr>
        <p:spPr>
          <a:xfrm>
            <a:off x="8655480" y="6021360"/>
            <a:ext cx="3522960" cy="33732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lang="es-ES" sz="1600" b="1" u="none" strike="noStrike">
                <a:solidFill>
                  <a:schemeClr val="accent2">
                    <a:lumMod val="75000"/>
                  </a:schemeClr>
                </a:solidFill>
                <a:effectLst/>
                <a:uFillTx/>
                <a:latin typeface="Arial"/>
                <a:ea typeface="Arial"/>
              </a:rPr>
              <a:t>¡HAS FINALIZADO LA SOLICITUD!</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1 Marcador de contenido"/>
          <p:cNvSpPr/>
          <p:nvPr/>
        </p:nvSpPr>
        <p:spPr>
          <a:xfrm>
            <a:off x="335520" y="1384200"/>
            <a:ext cx="11524320" cy="4752000"/>
          </a:xfrm>
          <a:prstGeom prst="rect">
            <a:avLst/>
          </a:prstGeom>
          <a:noFill/>
          <a:ln w="0">
            <a:noFill/>
          </a:ln>
        </p:spPr>
        <p:style>
          <a:lnRef idx="0"/>
          <a:fillRef idx="0"/>
          <a:effectRef idx="0"/>
          <a:fontRef idx="minor"/>
        </p:style>
        <p:txBody>
          <a:bodyPr lIns="90000" rIns="90000" tIns="45000" bIns="45000" anchor="t">
            <a:noAutofit/>
          </a:bodyPr>
          <a:p>
            <a:pPr algn="ctr" defTabSz="457200">
              <a:lnSpc>
                <a:spcPct val="100000"/>
              </a:lnSpc>
              <a:spcBef>
                <a:spcPts val="400"/>
              </a:spcBef>
              <a:tabLst>
                <a:tab algn="l" pos="0"/>
              </a:tabLst>
            </a:pPr>
            <a:r>
              <a:rPr lang="es-ES" sz="2200" b="1" u="none" strike="noStrike">
                <a:solidFill>
                  <a:schemeClr val="accent1">
                    <a:lumMod val="75000"/>
                  </a:schemeClr>
                </a:solidFill>
                <a:effectLst/>
                <a:uFillTx/>
                <a:latin typeface="Calibri"/>
                <a:ea typeface="ＭＳ Ｐゴシック"/>
              </a:rPr>
              <a:t>¿Qué es la vida laboral?</a:t>
            </a:r>
            <a:endParaRPr lang="es-ES" sz="2200" b="0" u="none" strike="noStrike">
              <a:solidFill>
                <a:srgbClr val="000000"/>
              </a:solidFill>
              <a:effectLst/>
              <a:uFillTx/>
              <a:latin typeface="Arial"/>
            </a:endParaRPr>
          </a:p>
          <a:p>
            <a:pPr algn="ctr" defTabSz="457200">
              <a:lnSpc>
                <a:spcPct val="100000"/>
              </a:lnSpc>
              <a:spcBef>
                <a:spcPts val="400"/>
              </a:spcBef>
              <a:tabLst>
                <a:tab algn="l" pos="0"/>
              </a:tabLst>
            </a:pPr>
            <a:r>
              <a:rPr lang="es-ES" sz="1800" b="1" u="none" strike="noStrike">
                <a:solidFill>
                  <a:schemeClr val="dk1">
                    <a:lumMod val="65000"/>
                    <a:lumOff val="35000"/>
                  </a:schemeClr>
                </a:solidFill>
                <a:effectLst/>
                <a:uFillTx/>
                <a:latin typeface="Arial"/>
                <a:ea typeface="ＭＳ Ｐゴシック"/>
              </a:rPr>
              <a:t>Un documento oficial de las cotizaciones al sistema de seguridad social o planes de pensiones</a:t>
            </a:r>
            <a:endParaRPr lang="es-ES" sz="1800" b="0" u="none" strike="noStrike">
              <a:solidFill>
                <a:srgbClr val="000000"/>
              </a:solidFill>
              <a:effectLst/>
              <a:uFillTx/>
              <a:latin typeface="Arial"/>
            </a:endParaRPr>
          </a:p>
          <a:p>
            <a:pPr algn="ctr" defTabSz="457200">
              <a:lnSpc>
                <a:spcPct val="100000"/>
              </a:lnSpc>
              <a:spcBef>
                <a:spcPts val="400"/>
              </a:spcBef>
              <a:tabLst>
                <a:tab algn="l" pos="0"/>
              </a:tabLst>
            </a:pPr>
            <a:endParaRPr lang="es-ES" sz="2200" b="0" u="none" strike="noStrike">
              <a:solidFill>
                <a:srgbClr val="000000"/>
              </a:solidFill>
              <a:effectLst/>
              <a:uFillTx/>
              <a:latin typeface="Arial"/>
            </a:endParaRPr>
          </a:p>
          <a:p>
            <a:pPr algn="ctr" defTabSz="457200">
              <a:lnSpc>
                <a:spcPct val="100000"/>
              </a:lnSpc>
              <a:spcBef>
                <a:spcPts val="400"/>
              </a:spcBef>
              <a:tabLst>
                <a:tab algn="l" pos="0"/>
              </a:tabLst>
            </a:pPr>
            <a:r>
              <a:rPr lang="es-ES" sz="2200" b="1" u="none" strike="noStrike">
                <a:solidFill>
                  <a:schemeClr val="accent1">
                    <a:lumMod val="75000"/>
                  </a:schemeClr>
                </a:solidFill>
                <a:effectLst/>
                <a:uFillTx/>
                <a:latin typeface="Calibri"/>
                <a:ea typeface="ＭＳ Ｐゴシック"/>
              </a:rPr>
              <a:t>¿La docencia en el área es experiencia profesional elegible?</a:t>
            </a:r>
            <a:endParaRPr lang="es-ES" sz="2200" b="0" u="none" strike="noStrike">
              <a:solidFill>
                <a:srgbClr val="000000"/>
              </a:solidFill>
              <a:effectLst/>
              <a:uFillTx/>
              <a:latin typeface="Arial"/>
            </a:endParaRPr>
          </a:p>
          <a:p>
            <a:pPr algn="ctr" defTabSz="457200">
              <a:lnSpc>
                <a:spcPct val="100000"/>
              </a:lnSpc>
              <a:spcBef>
                <a:spcPts val="400"/>
              </a:spcBef>
              <a:tabLst>
                <a:tab algn="l" pos="0"/>
              </a:tabLst>
            </a:pPr>
            <a:r>
              <a:rPr lang="es-ES" sz="1800" b="1" u="none" strike="noStrike">
                <a:solidFill>
                  <a:schemeClr val="dk1">
                    <a:lumMod val="65000"/>
                    <a:lumOff val="35000"/>
                  </a:schemeClr>
                </a:solidFill>
                <a:effectLst/>
                <a:uFillTx/>
                <a:latin typeface="Arial"/>
                <a:ea typeface="ＭＳ Ｐゴシック"/>
              </a:rPr>
              <a:t>No</a:t>
            </a:r>
            <a:endParaRPr lang="es-ES" sz="1800" b="0" u="none" strike="noStrike">
              <a:solidFill>
                <a:srgbClr val="000000"/>
              </a:solidFill>
              <a:effectLst/>
              <a:uFillTx/>
              <a:latin typeface="Arial"/>
            </a:endParaRPr>
          </a:p>
          <a:p>
            <a:pPr algn="ctr" defTabSz="457200">
              <a:lnSpc>
                <a:spcPct val="100000"/>
              </a:lnSpc>
              <a:spcBef>
                <a:spcPts val="400"/>
              </a:spcBef>
              <a:tabLst>
                <a:tab algn="l" pos="0"/>
              </a:tabLst>
            </a:pPr>
            <a:endParaRPr lang="es-ES" sz="2200" b="0" u="none" strike="noStrike">
              <a:solidFill>
                <a:srgbClr val="000000"/>
              </a:solidFill>
              <a:effectLst/>
              <a:uFillTx/>
              <a:latin typeface="Arial"/>
            </a:endParaRPr>
          </a:p>
          <a:p>
            <a:pPr algn="ctr" defTabSz="457200">
              <a:lnSpc>
                <a:spcPct val="100000"/>
              </a:lnSpc>
              <a:spcBef>
                <a:spcPts val="400"/>
              </a:spcBef>
              <a:tabLst>
                <a:tab algn="l" pos="0"/>
              </a:tabLst>
            </a:pPr>
            <a:r>
              <a:rPr lang="es-ES" sz="2200" b="1" u="none" strike="noStrike">
                <a:solidFill>
                  <a:schemeClr val="accent1">
                    <a:lumMod val="75000"/>
                  </a:schemeClr>
                </a:solidFill>
                <a:effectLst/>
                <a:uFillTx/>
                <a:latin typeface="Calibri"/>
                <a:ea typeface="ＭＳ Ｐゴシック"/>
              </a:rPr>
              <a:t>¿Puede ser por un puesto de trabajo pasado?</a:t>
            </a:r>
            <a:endParaRPr lang="es-ES" sz="2200" b="0" u="none" strike="noStrike">
              <a:solidFill>
                <a:srgbClr val="000000"/>
              </a:solidFill>
              <a:effectLst/>
              <a:uFillTx/>
              <a:latin typeface="Arial"/>
            </a:endParaRPr>
          </a:p>
          <a:p>
            <a:pPr algn="ctr" defTabSz="457200">
              <a:lnSpc>
                <a:spcPct val="100000"/>
              </a:lnSpc>
              <a:spcBef>
                <a:spcPts val="400"/>
              </a:spcBef>
              <a:tabLst>
                <a:tab algn="l" pos="0"/>
              </a:tabLst>
            </a:pPr>
            <a:r>
              <a:rPr lang="es-ES" sz="1800" b="1" u="none" strike="noStrike">
                <a:solidFill>
                  <a:schemeClr val="dk1">
                    <a:lumMod val="65000"/>
                    <a:lumOff val="35000"/>
                  </a:schemeClr>
                </a:solidFill>
                <a:effectLst/>
                <a:uFillTx/>
                <a:latin typeface="Arial"/>
                <a:ea typeface="ＭＳ Ｐゴシック"/>
              </a:rPr>
              <a:t>Sí</a:t>
            </a:r>
            <a:endParaRPr lang="es-ES" sz="1800" b="0" u="none" strike="noStrike">
              <a:solidFill>
                <a:srgbClr val="000000"/>
              </a:solidFill>
              <a:effectLst/>
              <a:uFillTx/>
              <a:latin typeface="Arial"/>
            </a:endParaRPr>
          </a:p>
          <a:p>
            <a:pPr algn="ctr" defTabSz="457200">
              <a:lnSpc>
                <a:spcPct val="100000"/>
              </a:lnSpc>
              <a:spcBef>
                <a:spcPts val="400"/>
              </a:spcBef>
              <a:tabLst>
                <a:tab algn="l" pos="0"/>
              </a:tabLst>
            </a:pPr>
            <a:endParaRPr lang="es-ES" sz="2200" b="0" u="none" strike="noStrike">
              <a:solidFill>
                <a:srgbClr val="000000"/>
              </a:solidFill>
              <a:effectLst/>
              <a:uFillTx/>
              <a:latin typeface="Arial"/>
            </a:endParaRPr>
          </a:p>
          <a:p>
            <a:pPr algn="ctr" defTabSz="457200">
              <a:lnSpc>
                <a:spcPct val="100000"/>
              </a:lnSpc>
              <a:spcBef>
                <a:spcPts val="400"/>
              </a:spcBef>
              <a:tabLst>
                <a:tab algn="l" pos="0"/>
              </a:tabLst>
            </a:pPr>
            <a:r>
              <a:rPr lang="es-ES" sz="2200" b="1" u="none" strike="noStrike">
                <a:solidFill>
                  <a:schemeClr val="accent1">
                    <a:lumMod val="75000"/>
                  </a:schemeClr>
                </a:solidFill>
                <a:effectLst/>
                <a:uFillTx/>
                <a:latin typeface="Calibri"/>
                <a:ea typeface="ＭＳ Ｐゴシック"/>
              </a:rPr>
              <a:t>¿Cuánta experiencia profesional es necesaria?</a:t>
            </a:r>
            <a:endParaRPr lang="es-ES" sz="2200" b="0" u="none" strike="noStrike">
              <a:solidFill>
                <a:srgbClr val="000000"/>
              </a:solidFill>
              <a:effectLst/>
              <a:uFillTx/>
              <a:latin typeface="Arial"/>
            </a:endParaRPr>
          </a:p>
          <a:p>
            <a:pPr algn="ctr" defTabSz="457200">
              <a:lnSpc>
                <a:spcPct val="100000"/>
              </a:lnSpc>
              <a:spcBef>
                <a:spcPts val="400"/>
              </a:spcBef>
              <a:tabLst>
                <a:tab algn="l" pos="0"/>
              </a:tabLst>
            </a:pPr>
            <a:r>
              <a:rPr lang="es-ES" sz="1800" b="1" u="none" strike="noStrike">
                <a:solidFill>
                  <a:schemeClr val="dk1">
                    <a:lumMod val="65000"/>
                    <a:lumOff val="35000"/>
                  </a:schemeClr>
                </a:solidFill>
                <a:effectLst/>
                <a:uFillTx/>
                <a:latin typeface="Arial"/>
                <a:ea typeface="ＭＳ Ｐゴシック"/>
              </a:rPr>
              <a:t>180h dedicadas plenamente a tareas relacionadas con el máster</a:t>
            </a:r>
            <a:endParaRPr lang="es-ES" sz="1800" b="0" u="none" strike="noStrike">
              <a:solidFill>
                <a:srgbClr val="000000"/>
              </a:solidFill>
              <a:effectLst/>
              <a:uFillTx/>
              <a:latin typeface="Arial"/>
            </a:endParaRPr>
          </a:p>
          <a:p>
            <a:pPr algn="ctr" defTabSz="457200">
              <a:lnSpc>
                <a:spcPct val="100000"/>
              </a:lnSpc>
              <a:spcBef>
                <a:spcPts val="400"/>
              </a:spcBef>
              <a:tabLst>
                <a:tab algn="l" pos="0"/>
              </a:tabLst>
            </a:pPr>
            <a:endParaRPr lang="es-ES" sz="2200" b="0" u="none" strike="noStrike">
              <a:solidFill>
                <a:srgbClr val="000000"/>
              </a:solidFill>
              <a:effectLst/>
              <a:uFillTx/>
              <a:latin typeface="Arial"/>
            </a:endParaRPr>
          </a:p>
          <a:p>
            <a:pPr algn="ctr" defTabSz="457200">
              <a:lnSpc>
                <a:spcPct val="100000"/>
              </a:lnSpc>
              <a:spcBef>
                <a:spcPts val="400"/>
              </a:spcBef>
              <a:tabLst>
                <a:tab algn="l" pos="0"/>
              </a:tabLst>
            </a:pPr>
            <a:endParaRPr lang="es-ES" sz="2200" b="0" u="none" strike="noStrike">
              <a:solidFill>
                <a:srgbClr val="000000"/>
              </a:solidFill>
              <a:effectLst/>
              <a:uFillTx/>
              <a:latin typeface="Arial"/>
            </a:endParaRPr>
          </a:p>
          <a:p>
            <a:pPr algn="ctr" defTabSz="457200">
              <a:lnSpc>
                <a:spcPct val="100000"/>
              </a:lnSpc>
              <a:spcBef>
                <a:spcPts val="400"/>
              </a:spcBef>
              <a:tabLst>
                <a:tab algn="l" pos="0"/>
              </a:tabLst>
            </a:pPr>
            <a:endParaRPr lang="es-ES" sz="2200" b="0" u="none" strike="noStrike">
              <a:solidFill>
                <a:srgbClr val="000000"/>
              </a:solidFill>
              <a:effectLst/>
              <a:uFillTx/>
              <a:latin typeface="Arial"/>
            </a:endParaRPr>
          </a:p>
          <a:p>
            <a:pPr algn="ctr" defTabSz="457200">
              <a:lnSpc>
                <a:spcPct val="100000"/>
              </a:lnSpc>
              <a:spcBef>
                <a:spcPts val="400"/>
              </a:spcBef>
              <a:tabLst>
                <a:tab algn="l" pos="0"/>
              </a:tabLst>
            </a:pPr>
            <a:endParaRPr lang="es-ES" sz="2600" b="0" u="none" strike="noStrike">
              <a:solidFill>
                <a:srgbClr val="000000"/>
              </a:solidFill>
              <a:effectLst/>
              <a:uFillTx/>
              <a:latin typeface="Arial"/>
            </a:endParaRPr>
          </a:p>
          <a:p>
            <a:pPr algn="ctr" defTabSz="457200">
              <a:lnSpc>
                <a:spcPct val="100000"/>
              </a:lnSpc>
              <a:spcBef>
                <a:spcPts val="400"/>
              </a:spcBef>
              <a:tabLst>
                <a:tab algn="l" pos="0"/>
              </a:tabLst>
            </a:pPr>
            <a:endParaRPr lang="es-ES" sz="2600" b="0" u="none" strike="noStrike">
              <a:solidFill>
                <a:srgbClr val="000000"/>
              </a:solidFill>
              <a:effectLst/>
              <a:uFillTx/>
              <a:latin typeface="Arial"/>
            </a:endParaRPr>
          </a:p>
          <a:p>
            <a:pPr algn="ctr" defTabSz="457200">
              <a:lnSpc>
                <a:spcPct val="100000"/>
              </a:lnSpc>
              <a:spcBef>
                <a:spcPts val="400"/>
              </a:spcBef>
              <a:tabLst>
                <a:tab algn="l" pos="0"/>
              </a:tabLst>
            </a:pPr>
            <a:endParaRPr lang="es-ES" sz="2600" b="0" u="none" strike="noStrike">
              <a:solidFill>
                <a:srgbClr val="000000"/>
              </a:solidFill>
              <a:effectLst/>
              <a:uFillTx/>
              <a:latin typeface="Arial"/>
            </a:endParaRPr>
          </a:p>
        </p:txBody>
      </p:sp>
      <p:sp>
        <p:nvSpPr>
          <p:cNvPr id="244" name="PlaceHolder 1"/>
          <p:cNvSpPr>
            <a:spLocks noGrp="1"/>
          </p:cNvSpPr>
          <p:nvPr>
            <p:ph type="sldNum" idx="29"/>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6A172074-4443-468C-914A-D0BDCB3D7A48}"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
        <p:nvSpPr>
          <p:cNvPr id="245" name="Proceso alternativo 4"/>
          <p:cNvSpPr/>
          <p:nvPr/>
        </p:nvSpPr>
        <p:spPr>
          <a:xfrm>
            <a:off x="447120" y="304560"/>
            <a:ext cx="3631680" cy="305280"/>
          </a:xfrm>
          <a:prstGeom prst="flowChartAlternateProcess">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200" b="1" u="none" strike="noStrike">
                <a:solidFill>
                  <a:schemeClr val="lt1"/>
                </a:solidFill>
                <a:effectLst/>
                <a:uFillTx/>
                <a:latin typeface="Arial"/>
                <a:ea typeface="Arial"/>
              </a:rPr>
              <a:t>3. SOLICITUD DE RECONOCIMIENTO (RTC)</a:t>
            </a:r>
            <a:endParaRPr lang="es-ES" sz="1200" b="0" u="none" strike="noStrike">
              <a:solidFill>
                <a:srgbClr val="ffffff"/>
              </a:solidFill>
              <a:effectLst/>
              <a:uFillTx/>
              <a:latin typeface="Arial"/>
            </a:endParaRPr>
          </a:p>
        </p:txBody>
      </p:sp>
      <p:sp>
        <p:nvSpPr>
          <p:cNvPr id="246" name="Rectángulo 6"/>
          <p:cNvSpPr/>
          <p:nvPr/>
        </p:nvSpPr>
        <p:spPr>
          <a:xfrm>
            <a:off x="729360" y="908640"/>
            <a:ext cx="2966400" cy="36828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lang="es-ES" sz="1800" b="1" u="none" strike="noStrike">
                <a:solidFill>
                  <a:srgbClr val="0098cd"/>
                </a:solidFill>
                <a:effectLst/>
                <a:uFillTx/>
                <a:latin typeface="Arial"/>
                <a:ea typeface="ＭＳ Ｐゴシック"/>
              </a:rPr>
              <a:t>Preguntas frecuentes …..</a:t>
            </a:r>
            <a:endParaRPr lang="es-E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1 Marcador de contenido"/>
          <p:cNvSpPr/>
          <p:nvPr/>
        </p:nvSpPr>
        <p:spPr>
          <a:xfrm>
            <a:off x="335520" y="1384200"/>
            <a:ext cx="11524320" cy="4752000"/>
          </a:xfrm>
          <a:prstGeom prst="rect">
            <a:avLst/>
          </a:prstGeom>
          <a:noFill/>
          <a:ln w="0">
            <a:noFill/>
          </a:ln>
        </p:spPr>
        <p:style>
          <a:lnRef idx="0"/>
          <a:fillRef idx="0"/>
          <a:effectRef idx="0"/>
          <a:fontRef idx="minor"/>
        </p:style>
        <p:txBody>
          <a:bodyPr lIns="90000" rIns="90000" tIns="45000" bIns="45000" anchor="t">
            <a:noAutofit/>
          </a:bodyPr>
          <a:p>
            <a:pPr algn="ctr" defTabSz="457200">
              <a:lnSpc>
                <a:spcPct val="100000"/>
              </a:lnSpc>
              <a:spcBef>
                <a:spcPts val="400"/>
              </a:spcBef>
              <a:tabLst>
                <a:tab algn="l" pos="0"/>
              </a:tabLst>
            </a:pPr>
            <a:r>
              <a:rPr lang="es-ES" sz="2200" b="1" u="none" strike="noStrike">
                <a:solidFill>
                  <a:schemeClr val="accent1">
                    <a:lumMod val="75000"/>
                  </a:schemeClr>
                </a:solidFill>
                <a:effectLst/>
                <a:uFillTx/>
                <a:latin typeface="Calibri"/>
                <a:ea typeface="ＭＳ Ｐゴシック"/>
              </a:rPr>
              <a:t>Para el caso de los alumnos que sean trabajadores por cuenta propia (que trabajen de forma independiente), ¿qué documentos deben entregar para solicitar RTC?</a:t>
            </a:r>
            <a:endParaRPr lang="es-ES" sz="2200" b="0" u="none" strike="noStrike">
              <a:solidFill>
                <a:srgbClr val="000000"/>
              </a:solidFill>
              <a:effectLst/>
              <a:uFillTx/>
              <a:latin typeface="Arial"/>
            </a:endParaRPr>
          </a:p>
          <a:p>
            <a:pPr algn="ctr" defTabSz="457200">
              <a:lnSpc>
                <a:spcPct val="100000"/>
              </a:lnSpc>
              <a:spcBef>
                <a:spcPts val="400"/>
              </a:spcBef>
              <a:tabLst>
                <a:tab algn="l" pos="0"/>
              </a:tabLst>
            </a:pPr>
            <a:endParaRPr lang="es-ES" sz="2200" b="0" u="none" strike="noStrike">
              <a:solidFill>
                <a:srgbClr val="000000"/>
              </a:solidFill>
              <a:effectLst/>
              <a:uFillTx/>
              <a:latin typeface="Arial"/>
            </a:endParaRPr>
          </a:p>
          <a:p>
            <a:pPr algn="ctr" defTabSz="457200">
              <a:lnSpc>
                <a:spcPct val="100000"/>
              </a:lnSpc>
              <a:spcBef>
                <a:spcPts val="400"/>
              </a:spcBef>
              <a:tabLst>
                <a:tab algn="l" pos="0"/>
              </a:tabLst>
            </a:pPr>
            <a:r>
              <a:rPr lang="es-ES" sz="1800" b="1" u="none" strike="noStrike">
                <a:solidFill>
                  <a:schemeClr val="dk1">
                    <a:lumMod val="65000"/>
                    <a:lumOff val="35000"/>
                  </a:schemeClr>
                </a:solidFill>
                <a:effectLst/>
                <a:uFillTx/>
                <a:latin typeface="Arial"/>
                <a:ea typeface="ＭＳ Ｐゴシック"/>
              </a:rPr>
              <a:t>Aunque sean autónomos podrán solicitar certificado de cotizaciones oficial (vida laboral o similar). En cuanto al certificado de empresa, deberían adjuntar el contrato de trabajo con el cliente o solicitarle a dicho cliente que certifique lo que le está desarrollando el alumno</a:t>
            </a:r>
            <a:endParaRPr lang="es-ES" sz="1800" b="0" u="none" strike="noStrike">
              <a:solidFill>
                <a:srgbClr val="000000"/>
              </a:solidFill>
              <a:effectLst/>
              <a:uFillTx/>
              <a:latin typeface="Arial"/>
            </a:endParaRPr>
          </a:p>
          <a:p>
            <a:pPr algn="ctr" defTabSz="457200">
              <a:lnSpc>
                <a:spcPct val="100000"/>
              </a:lnSpc>
              <a:spcBef>
                <a:spcPts val="400"/>
              </a:spcBef>
              <a:tabLst>
                <a:tab algn="l" pos="0"/>
              </a:tabLst>
            </a:pPr>
            <a:endParaRPr lang="es-ES" sz="1800" b="0" u="none" strike="noStrike">
              <a:solidFill>
                <a:srgbClr val="000000"/>
              </a:solidFill>
              <a:effectLst/>
              <a:uFillTx/>
              <a:latin typeface="Arial"/>
            </a:endParaRPr>
          </a:p>
          <a:p>
            <a:pPr algn="ctr" defTabSz="457200">
              <a:lnSpc>
                <a:spcPct val="100000"/>
              </a:lnSpc>
              <a:spcBef>
                <a:spcPts val="400"/>
              </a:spcBef>
              <a:tabLst>
                <a:tab algn="l" pos="0"/>
              </a:tabLst>
            </a:pPr>
            <a:r>
              <a:rPr lang="es-ES" sz="2000" b="1" u="none" strike="noStrike">
                <a:solidFill>
                  <a:schemeClr val="accent1">
                    <a:lumMod val="75000"/>
                  </a:schemeClr>
                </a:solidFill>
                <a:effectLst/>
                <a:uFillTx/>
                <a:latin typeface="Calibri"/>
                <a:ea typeface="ＭＳ Ｐゴシック"/>
              </a:rPr>
              <a:t>¿Es necesario que el certificado esté firmado por el Gerente General de la Empresa o es válido que firme un Director del Departamento relacionado o persona de RRHH?</a:t>
            </a:r>
            <a:endParaRPr lang="es-ES" sz="2000" b="0" u="none" strike="noStrike">
              <a:solidFill>
                <a:srgbClr val="000000"/>
              </a:solidFill>
              <a:effectLst/>
              <a:uFillTx/>
              <a:latin typeface="Arial"/>
            </a:endParaRPr>
          </a:p>
          <a:p>
            <a:pPr marL="457200" algn="ctr" defTabSz="457200">
              <a:lnSpc>
                <a:spcPct val="100000"/>
              </a:lnSpc>
              <a:spcBef>
                <a:spcPts val="400"/>
              </a:spcBef>
              <a:tabLst>
                <a:tab algn="l" pos="0"/>
              </a:tabLst>
            </a:pPr>
            <a:endParaRPr lang="es-ES" sz="2400" b="0" u="none" strike="noStrike">
              <a:solidFill>
                <a:srgbClr val="000000"/>
              </a:solidFill>
              <a:effectLst/>
              <a:uFillTx/>
              <a:latin typeface="Arial"/>
            </a:endParaRPr>
          </a:p>
          <a:p>
            <a:pPr marL="457200" algn="ctr" defTabSz="457200">
              <a:lnSpc>
                <a:spcPct val="100000"/>
              </a:lnSpc>
              <a:spcBef>
                <a:spcPts val="400"/>
              </a:spcBef>
              <a:tabLst>
                <a:tab algn="l" pos="0"/>
              </a:tabLst>
            </a:pPr>
            <a:r>
              <a:rPr lang="es-ES" sz="1800" b="1" u="none" strike="noStrike">
                <a:solidFill>
                  <a:schemeClr val="dk1">
                    <a:lumMod val="65000"/>
                    <a:lumOff val="35000"/>
                  </a:schemeClr>
                </a:solidFill>
                <a:effectLst/>
                <a:uFillTx/>
                <a:latin typeface="Arial"/>
                <a:ea typeface="ＭＳ Ｐゴシック"/>
              </a:rPr>
              <a:t>El certificado debe estar sellado y firmado por un responsable de la empresa, como lo hagan habitualmente. La persona que firme no tiene por qué ser la de mayor categoría en la empresa</a:t>
            </a:r>
            <a:endParaRPr lang="es-ES" sz="1800" b="0" u="none" strike="noStrike">
              <a:solidFill>
                <a:srgbClr val="000000"/>
              </a:solidFill>
              <a:effectLst/>
              <a:uFillTx/>
              <a:latin typeface="Arial"/>
            </a:endParaRPr>
          </a:p>
          <a:p>
            <a:pPr marL="457200" algn="ctr" defTabSz="457200">
              <a:lnSpc>
                <a:spcPct val="100000"/>
              </a:lnSpc>
              <a:spcBef>
                <a:spcPts val="400"/>
              </a:spcBef>
              <a:tabLst>
                <a:tab algn="l" pos="0"/>
              </a:tabLst>
            </a:pPr>
            <a:endParaRPr lang="es-ES" sz="2600" b="0" u="none" strike="noStrike">
              <a:solidFill>
                <a:srgbClr val="000000"/>
              </a:solidFill>
              <a:effectLst/>
              <a:uFillTx/>
              <a:latin typeface="Arial"/>
            </a:endParaRPr>
          </a:p>
        </p:txBody>
      </p:sp>
      <p:sp>
        <p:nvSpPr>
          <p:cNvPr id="248" name="PlaceHolder 1"/>
          <p:cNvSpPr>
            <a:spLocks noGrp="1"/>
          </p:cNvSpPr>
          <p:nvPr>
            <p:ph type="sldNum" idx="30"/>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BB2F96D4-8D57-4C31-9504-45D884D05987}"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
        <p:nvSpPr>
          <p:cNvPr id="249" name="Proceso alternativo 4"/>
          <p:cNvSpPr/>
          <p:nvPr/>
        </p:nvSpPr>
        <p:spPr>
          <a:xfrm>
            <a:off x="447120" y="304560"/>
            <a:ext cx="3631680" cy="305280"/>
          </a:xfrm>
          <a:prstGeom prst="flowChartAlternateProcess">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200" b="1" u="none" strike="noStrike">
                <a:solidFill>
                  <a:schemeClr val="lt1"/>
                </a:solidFill>
                <a:effectLst/>
                <a:uFillTx/>
                <a:latin typeface="Arial"/>
                <a:ea typeface="Arial"/>
              </a:rPr>
              <a:t>3. SOLICITUD DE RECONOCIMIENTO (RTC)</a:t>
            </a:r>
            <a:endParaRPr lang="es-ES" sz="1200" b="0" u="none" strike="noStrike">
              <a:solidFill>
                <a:srgbClr val="ffffff"/>
              </a:solidFill>
              <a:effectLst/>
              <a:uFillTx/>
              <a:latin typeface="Arial"/>
            </a:endParaRPr>
          </a:p>
        </p:txBody>
      </p:sp>
      <p:sp>
        <p:nvSpPr>
          <p:cNvPr id="250" name="Rectángulo 6"/>
          <p:cNvSpPr/>
          <p:nvPr/>
        </p:nvSpPr>
        <p:spPr>
          <a:xfrm>
            <a:off x="729360" y="908640"/>
            <a:ext cx="2966400" cy="36828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lang="es-ES" sz="1800" b="1" u="none" strike="noStrike">
                <a:solidFill>
                  <a:srgbClr val="0098cd"/>
                </a:solidFill>
                <a:effectLst/>
                <a:uFillTx/>
                <a:latin typeface="Arial"/>
                <a:ea typeface="ＭＳ Ｐゴシック"/>
              </a:rPr>
              <a:t>Preguntas frecuentes …..</a:t>
            </a:r>
            <a:endParaRPr lang="es-E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1 Marcador de contenido"/>
          <p:cNvSpPr/>
          <p:nvPr/>
        </p:nvSpPr>
        <p:spPr>
          <a:xfrm>
            <a:off x="335520" y="1384200"/>
            <a:ext cx="11524320" cy="4752000"/>
          </a:xfrm>
          <a:prstGeom prst="rect">
            <a:avLst/>
          </a:prstGeom>
          <a:noFill/>
          <a:ln w="0">
            <a:noFill/>
          </a:ln>
        </p:spPr>
        <p:style>
          <a:lnRef idx="0"/>
          <a:fillRef idx="0"/>
          <a:effectRef idx="0"/>
          <a:fontRef idx="minor"/>
        </p:style>
        <p:txBody>
          <a:bodyPr lIns="90000" rIns="90000" tIns="45000" bIns="45000" anchor="t">
            <a:noAutofit/>
          </a:bodyPr>
          <a:p>
            <a:pPr algn="ctr" defTabSz="457200">
              <a:lnSpc>
                <a:spcPct val="100000"/>
              </a:lnSpc>
              <a:spcBef>
                <a:spcPts val="400"/>
              </a:spcBef>
              <a:tabLst>
                <a:tab algn="l" pos="0"/>
              </a:tabLst>
            </a:pPr>
            <a:endParaRPr lang="es-ES" sz="2200" b="0" u="none" strike="noStrike">
              <a:solidFill>
                <a:srgbClr val="000000"/>
              </a:solidFill>
              <a:effectLst/>
              <a:uFillTx/>
              <a:latin typeface="Arial"/>
            </a:endParaRPr>
          </a:p>
          <a:p>
            <a:pPr algn="ctr" defTabSz="457200">
              <a:lnSpc>
                <a:spcPct val="100000"/>
              </a:lnSpc>
              <a:spcBef>
                <a:spcPts val="400"/>
              </a:spcBef>
              <a:tabLst>
                <a:tab algn="l" pos="0"/>
              </a:tabLst>
            </a:pPr>
            <a:r>
              <a:rPr lang="es-ES" sz="2200" b="1" u="none" strike="noStrike">
                <a:solidFill>
                  <a:schemeClr val="accent1">
                    <a:lumMod val="75000"/>
                  </a:schemeClr>
                </a:solidFill>
                <a:effectLst/>
                <a:uFillTx/>
                <a:latin typeface="Calibri"/>
                <a:ea typeface="ＭＳ Ｐゴシック"/>
              </a:rPr>
              <a:t>¿La plantilla del CV se debe cumplimentar y entregar en la solicitud de RTC?</a:t>
            </a:r>
            <a:endParaRPr lang="es-ES" sz="2200" b="0" u="none" strike="noStrike">
              <a:solidFill>
                <a:srgbClr val="000000"/>
              </a:solidFill>
              <a:effectLst/>
              <a:uFillTx/>
              <a:latin typeface="Arial"/>
            </a:endParaRPr>
          </a:p>
          <a:p>
            <a:pPr algn="ctr" defTabSz="457200">
              <a:lnSpc>
                <a:spcPct val="100000"/>
              </a:lnSpc>
              <a:spcBef>
                <a:spcPts val="400"/>
              </a:spcBef>
              <a:tabLst>
                <a:tab algn="l" pos="0"/>
              </a:tabLst>
            </a:pPr>
            <a:r>
              <a:rPr lang="es-ES" sz="1800" b="1" u="none" strike="noStrike">
                <a:solidFill>
                  <a:schemeClr val="dk1">
                    <a:lumMod val="65000"/>
                    <a:lumOff val="35000"/>
                  </a:schemeClr>
                </a:solidFill>
                <a:effectLst/>
                <a:uFillTx/>
                <a:latin typeface="Arial"/>
                <a:ea typeface="ＭＳ Ｐゴシック"/>
              </a:rPr>
              <a:t>No, para RTC no se incluye el CV</a:t>
            </a:r>
            <a:endParaRPr lang="es-ES" sz="1800" b="0" u="none" strike="noStrike">
              <a:solidFill>
                <a:srgbClr val="000000"/>
              </a:solidFill>
              <a:effectLst/>
              <a:uFillTx/>
              <a:latin typeface="Arial"/>
            </a:endParaRPr>
          </a:p>
          <a:p>
            <a:pPr algn="ctr" defTabSz="457200">
              <a:lnSpc>
                <a:spcPct val="100000"/>
              </a:lnSpc>
              <a:spcBef>
                <a:spcPts val="400"/>
              </a:spcBef>
              <a:tabLst>
                <a:tab algn="l" pos="0"/>
              </a:tabLst>
            </a:pPr>
            <a:endParaRPr lang="es-ES" sz="2200" b="0" u="none" strike="noStrike">
              <a:solidFill>
                <a:srgbClr val="000000"/>
              </a:solidFill>
              <a:effectLst/>
              <a:uFillTx/>
              <a:latin typeface="Arial"/>
            </a:endParaRPr>
          </a:p>
          <a:p>
            <a:pPr algn="ctr" defTabSz="457200">
              <a:lnSpc>
                <a:spcPct val="100000"/>
              </a:lnSpc>
              <a:spcBef>
                <a:spcPts val="400"/>
              </a:spcBef>
              <a:tabLst>
                <a:tab algn="l" pos="0"/>
              </a:tabLst>
            </a:pPr>
            <a:r>
              <a:rPr lang="es-ES" sz="2200" b="1" u="none" strike="noStrike">
                <a:solidFill>
                  <a:schemeClr val="accent1">
                    <a:lumMod val="75000"/>
                  </a:schemeClr>
                </a:solidFill>
                <a:effectLst/>
                <a:uFillTx/>
                <a:latin typeface="Calibri"/>
                <a:ea typeface="ＭＳ Ｐゴシック"/>
              </a:rPr>
              <a:t>¿Tiene algún coste la solicitud de RTC?</a:t>
            </a:r>
            <a:endParaRPr lang="es-ES" sz="2200" b="0" u="none" strike="noStrike">
              <a:solidFill>
                <a:srgbClr val="000000"/>
              </a:solidFill>
              <a:effectLst/>
              <a:uFillTx/>
              <a:latin typeface="Arial"/>
            </a:endParaRPr>
          </a:p>
          <a:p>
            <a:pPr algn="ctr" defTabSz="457200">
              <a:lnSpc>
                <a:spcPct val="100000"/>
              </a:lnSpc>
              <a:spcBef>
                <a:spcPts val="400"/>
              </a:spcBef>
              <a:tabLst>
                <a:tab algn="l" pos="0"/>
              </a:tabLst>
            </a:pPr>
            <a:r>
              <a:rPr lang="es-ES" sz="1800" b="1" u="none" strike="noStrike">
                <a:solidFill>
                  <a:schemeClr val="dk1">
                    <a:lumMod val="65000"/>
                    <a:lumOff val="35000"/>
                  </a:schemeClr>
                </a:solidFill>
                <a:effectLst/>
                <a:uFillTx/>
                <a:latin typeface="Arial"/>
                <a:ea typeface="ＭＳ Ｐゴシック"/>
              </a:rPr>
              <a:t>No, no tiene coste para el alumno. Siguiendo las instrucciones de la guía del alumno, llegaremos a la pantalla de la carta de pago, que rellenaremos, pero no se pasará a cobro ningún importe. No olvidar marcar la pestaña de la solicitud de reconocimiento por experiencia laboral.</a:t>
            </a:r>
            <a:endParaRPr lang="es-ES" sz="1800" b="0" u="none" strike="noStrike">
              <a:solidFill>
                <a:srgbClr val="000000"/>
              </a:solidFill>
              <a:effectLst/>
              <a:uFillTx/>
              <a:latin typeface="Arial"/>
            </a:endParaRPr>
          </a:p>
          <a:p>
            <a:pPr algn="ctr" defTabSz="457200">
              <a:lnSpc>
                <a:spcPct val="100000"/>
              </a:lnSpc>
              <a:spcBef>
                <a:spcPts val="400"/>
              </a:spcBef>
              <a:tabLst>
                <a:tab algn="l" pos="0"/>
              </a:tabLst>
            </a:pPr>
            <a:endParaRPr lang="es-ES" sz="2200" b="0" u="none" strike="noStrike">
              <a:solidFill>
                <a:srgbClr val="000000"/>
              </a:solidFill>
              <a:effectLst/>
              <a:uFillTx/>
              <a:latin typeface="Arial"/>
            </a:endParaRPr>
          </a:p>
          <a:p>
            <a:pPr algn="ctr" defTabSz="457200">
              <a:lnSpc>
                <a:spcPct val="100000"/>
              </a:lnSpc>
              <a:spcBef>
                <a:spcPts val="400"/>
              </a:spcBef>
              <a:tabLst>
                <a:tab algn="l" pos="0"/>
              </a:tabLst>
            </a:pPr>
            <a:endParaRPr lang="es-ES" sz="2200" b="0" u="none" strike="noStrike">
              <a:solidFill>
                <a:srgbClr val="000000"/>
              </a:solidFill>
              <a:effectLst/>
              <a:uFillTx/>
              <a:latin typeface="Arial"/>
            </a:endParaRPr>
          </a:p>
          <a:p>
            <a:pPr algn="ctr" defTabSz="457200">
              <a:lnSpc>
                <a:spcPct val="100000"/>
              </a:lnSpc>
              <a:spcBef>
                <a:spcPts val="400"/>
              </a:spcBef>
              <a:tabLst>
                <a:tab algn="l" pos="0"/>
              </a:tabLst>
            </a:pPr>
            <a:r>
              <a:rPr lang="es-ES" sz="2200" b="1" u="none" strike="noStrike">
                <a:solidFill>
                  <a:schemeClr val="accent1">
                    <a:lumMod val="75000"/>
                  </a:schemeClr>
                </a:solidFill>
                <a:effectLst/>
                <a:uFillTx/>
                <a:latin typeface="Calibri"/>
                <a:ea typeface="ＭＳ Ｐゴシック"/>
              </a:rPr>
              <a:t>Si reconozco las prácticas, ¿cuál será mi calificación?</a:t>
            </a:r>
            <a:endParaRPr lang="es-ES" sz="2200" b="0" u="none" strike="noStrike">
              <a:solidFill>
                <a:srgbClr val="000000"/>
              </a:solidFill>
              <a:effectLst/>
              <a:uFillTx/>
              <a:latin typeface="Arial"/>
            </a:endParaRPr>
          </a:p>
          <a:p>
            <a:pPr algn="ctr" defTabSz="457200">
              <a:lnSpc>
                <a:spcPct val="100000"/>
              </a:lnSpc>
              <a:spcBef>
                <a:spcPts val="400"/>
              </a:spcBef>
              <a:tabLst>
                <a:tab algn="l" pos="0"/>
              </a:tabLst>
            </a:pPr>
            <a:r>
              <a:rPr lang="es-ES" sz="1800" b="1" u="none" strike="noStrike">
                <a:solidFill>
                  <a:schemeClr val="dk1">
                    <a:lumMod val="65000"/>
                    <a:lumOff val="35000"/>
                  </a:schemeClr>
                </a:solidFill>
                <a:effectLst/>
                <a:uFillTx/>
                <a:latin typeface="Arial"/>
                <a:ea typeface="ＭＳ Ｐゴシック"/>
              </a:rPr>
              <a:t>Se reconocen como “Apto” y se saca la asignatura del cálculo del expediente</a:t>
            </a:r>
            <a:endParaRPr lang="es-ES" sz="1800" b="0" u="none" strike="noStrike">
              <a:solidFill>
                <a:srgbClr val="000000"/>
              </a:solidFill>
              <a:effectLst/>
              <a:uFillTx/>
              <a:latin typeface="Arial"/>
            </a:endParaRPr>
          </a:p>
          <a:p>
            <a:pPr algn="ctr" defTabSz="457200">
              <a:lnSpc>
                <a:spcPct val="100000"/>
              </a:lnSpc>
              <a:spcBef>
                <a:spcPts val="400"/>
              </a:spcBef>
              <a:tabLst>
                <a:tab algn="l" pos="0"/>
              </a:tabLst>
            </a:pPr>
            <a:endParaRPr lang="es-ES" sz="2200" b="0" u="none" strike="noStrike">
              <a:solidFill>
                <a:srgbClr val="000000"/>
              </a:solidFill>
              <a:effectLst/>
              <a:uFillTx/>
              <a:latin typeface="Arial"/>
            </a:endParaRPr>
          </a:p>
          <a:p>
            <a:pPr algn="ctr" defTabSz="457200">
              <a:lnSpc>
                <a:spcPct val="100000"/>
              </a:lnSpc>
              <a:spcBef>
                <a:spcPts val="400"/>
              </a:spcBef>
              <a:tabLst>
                <a:tab algn="l" pos="0"/>
              </a:tabLst>
            </a:pPr>
            <a:endParaRPr lang="es-ES" sz="2200" b="0" u="none" strike="noStrike">
              <a:solidFill>
                <a:srgbClr val="000000"/>
              </a:solidFill>
              <a:effectLst/>
              <a:uFillTx/>
              <a:latin typeface="Arial"/>
            </a:endParaRPr>
          </a:p>
          <a:p>
            <a:pPr algn="ctr" defTabSz="457200">
              <a:lnSpc>
                <a:spcPct val="100000"/>
              </a:lnSpc>
              <a:spcBef>
                <a:spcPts val="400"/>
              </a:spcBef>
              <a:tabLst>
                <a:tab algn="l" pos="0"/>
              </a:tabLst>
            </a:pPr>
            <a:endParaRPr lang="es-ES" sz="2600" b="0" u="none" strike="noStrike">
              <a:solidFill>
                <a:srgbClr val="000000"/>
              </a:solidFill>
              <a:effectLst/>
              <a:uFillTx/>
              <a:latin typeface="Arial"/>
            </a:endParaRPr>
          </a:p>
          <a:p>
            <a:pPr algn="ctr" defTabSz="457200">
              <a:lnSpc>
                <a:spcPct val="100000"/>
              </a:lnSpc>
              <a:spcBef>
                <a:spcPts val="400"/>
              </a:spcBef>
              <a:tabLst>
                <a:tab algn="l" pos="0"/>
              </a:tabLst>
            </a:pPr>
            <a:endParaRPr lang="es-ES" sz="2600" b="0" u="none" strike="noStrike">
              <a:solidFill>
                <a:srgbClr val="000000"/>
              </a:solidFill>
              <a:effectLst/>
              <a:uFillTx/>
              <a:latin typeface="Arial"/>
            </a:endParaRPr>
          </a:p>
          <a:p>
            <a:pPr algn="ctr" defTabSz="457200">
              <a:lnSpc>
                <a:spcPct val="100000"/>
              </a:lnSpc>
              <a:spcBef>
                <a:spcPts val="400"/>
              </a:spcBef>
              <a:tabLst>
                <a:tab algn="l" pos="0"/>
              </a:tabLst>
            </a:pPr>
            <a:endParaRPr lang="es-ES" sz="2600" b="0" u="none" strike="noStrike">
              <a:solidFill>
                <a:srgbClr val="000000"/>
              </a:solidFill>
              <a:effectLst/>
              <a:uFillTx/>
              <a:latin typeface="Arial"/>
            </a:endParaRPr>
          </a:p>
        </p:txBody>
      </p:sp>
      <p:sp>
        <p:nvSpPr>
          <p:cNvPr id="252" name="PlaceHolder 1"/>
          <p:cNvSpPr>
            <a:spLocks noGrp="1"/>
          </p:cNvSpPr>
          <p:nvPr>
            <p:ph type="sldNum" idx="31"/>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758AC503-6E79-4209-84EE-6F2CA16001DC}"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
        <p:nvSpPr>
          <p:cNvPr id="253" name="Proceso alternativo 4"/>
          <p:cNvSpPr/>
          <p:nvPr/>
        </p:nvSpPr>
        <p:spPr>
          <a:xfrm>
            <a:off x="447120" y="304560"/>
            <a:ext cx="3631680" cy="305280"/>
          </a:xfrm>
          <a:prstGeom prst="flowChartAlternateProcess">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200" b="1" u="none" strike="noStrike">
                <a:solidFill>
                  <a:schemeClr val="lt1"/>
                </a:solidFill>
                <a:effectLst/>
                <a:uFillTx/>
                <a:latin typeface="Arial"/>
                <a:ea typeface="Arial"/>
              </a:rPr>
              <a:t>3. SOLICITUD DE RECONOCIMIENTO (RTC)</a:t>
            </a:r>
            <a:endParaRPr lang="es-ES" sz="1200" b="0" u="none" strike="noStrike">
              <a:solidFill>
                <a:srgbClr val="ffffff"/>
              </a:solidFill>
              <a:effectLst/>
              <a:uFillTx/>
              <a:latin typeface="Arial"/>
            </a:endParaRPr>
          </a:p>
        </p:txBody>
      </p:sp>
      <p:sp>
        <p:nvSpPr>
          <p:cNvPr id="254" name="Rectángulo 6"/>
          <p:cNvSpPr/>
          <p:nvPr/>
        </p:nvSpPr>
        <p:spPr>
          <a:xfrm>
            <a:off x="729360" y="908640"/>
            <a:ext cx="2966400" cy="36828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lang="es-ES" sz="1800" b="1" u="none" strike="noStrike">
                <a:solidFill>
                  <a:srgbClr val="0098cd"/>
                </a:solidFill>
                <a:effectLst/>
                <a:uFillTx/>
                <a:latin typeface="Arial"/>
                <a:ea typeface="ＭＳ Ｐゴシック"/>
              </a:rPr>
              <a:t>Preguntas frecuentes …..</a:t>
            </a:r>
            <a:endParaRPr lang="es-ES" sz="1800" b="0" u="none" strike="noStrike">
              <a:solidFill>
                <a:srgbClr val="000000"/>
              </a:solidFill>
              <a:effectLst/>
              <a:uFillTx/>
              <a:latin typeface="Arial"/>
            </a:endParaRPr>
          </a:p>
        </p:txBody>
      </p:sp>
      <p:pic>
        <p:nvPicPr>
          <p:cNvPr id="255" name="Imagen 3"/>
          <p:cNvPicPr/>
          <p:nvPr/>
        </p:nvPicPr>
        <p:blipFill>
          <a:blip r:embed="rId1"/>
          <a:stretch/>
        </p:blipFill>
        <p:spPr>
          <a:xfrm>
            <a:off x="3821040" y="4221000"/>
            <a:ext cx="4552920" cy="651240"/>
          </a:xfrm>
          <a:prstGeom prst="rect">
            <a:avLst/>
          </a:prstGeom>
          <a:noFill/>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Elipse 3"/>
          <p:cNvSpPr/>
          <p:nvPr/>
        </p:nvSpPr>
        <p:spPr>
          <a:xfrm>
            <a:off x="4115520" y="772560"/>
            <a:ext cx="3959640" cy="4023360"/>
          </a:xfrm>
          <a:prstGeom prst="ellipse">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8000" b="1" u="none" strike="noStrike">
                <a:solidFill>
                  <a:schemeClr val="lt1"/>
                </a:solidFill>
                <a:effectLst/>
                <a:uFillTx/>
                <a:latin typeface="Arial"/>
                <a:ea typeface="Arial"/>
              </a:rPr>
              <a:t>4</a:t>
            </a:r>
            <a:endParaRPr lang="es-ES" sz="18000" b="0" u="none" strike="noStrike">
              <a:solidFill>
                <a:srgbClr val="ffffff"/>
              </a:solidFill>
              <a:effectLst/>
              <a:uFillTx/>
              <a:latin typeface="Arial"/>
            </a:endParaRPr>
          </a:p>
        </p:txBody>
      </p:sp>
      <p:sp>
        <p:nvSpPr>
          <p:cNvPr id="257" name="Rectangle 2"/>
          <p:cNvSpPr/>
          <p:nvPr/>
        </p:nvSpPr>
        <p:spPr>
          <a:xfrm>
            <a:off x="821520" y="5373360"/>
            <a:ext cx="10547640" cy="522000"/>
          </a:xfrm>
          <a:prstGeom prst="rect">
            <a:avLst/>
          </a:prstGeom>
          <a:noFill/>
          <a:ln w="0">
            <a:noFill/>
          </a:ln>
        </p:spPr>
        <p:style>
          <a:lnRef idx="0"/>
          <a:fillRef idx="0"/>
          <a:effectRef idx="0"/>
          <a:fontRef idx="minor"/>
        </p:style>
        <p:txBody>
          <a:bodyPr lIns="45720" rIns="45720" tIns="45000" bIns="45000" anchor="t">
            <a:spAutoFit/>
          </a:bodyPr>
          <a:p>
            <a:pPr algn="ctr" defTabSz="457200">
              <a:lnSpc>
                <a:spcPct val="100000"/>
              </a:lnSpc>
            </a:pPr>
            <a:r>
              <a:rPr lang="es-ES" sz="2800" b="1" u="none" strike="noStrike">
                <a:solidFill>
                  <a:srgbClr val="0098cd"/>
                </a:solidFill>
                <a:effectLst/>
                <a:uFillTx/>
                <a:latin typeface="Arial "/>
                <a:ea typeface="Arial"/>
              </a:rPr>
              <a:t>SOLICITUD DEL CENTRO DE PRÁCTICAS</a:t>
            </a:r>
            <a:endParaRPr lang="es-ES" sz="2800" b="0" u="none" strike="noStrike">
              <a:solidFill>
                <a:srgbClr val="000000"/>
              </a:solidFill>
              <a:effectLst/>
              <a:uFillTx/>
              <a:latin typeface="Arial"/>
            </a:endParaRPr>
          </a:p>
        </p:txBody>
      </p:sp>
      <p:pic>
        <p:nvPicPr>
          <p:cNvPr id="258" name="Picture 5" descr="logoblanco.png"/>
          <p:cNvPicPr/>
          <p:nvPr/>
        </p:nvPicPr>
        <p:blipFill>
          <a:blip r:embed="rId1"/>
          <a:stretch/>
        </p:blipFill>
        <p:spPr>
          <a:xfrm>
            <a:off x="5246640" y="3795120"/>
            <a:ext cx="1697760" cy="605160"/>
          </a:xfrm>
          <a:prstGeom prst="rect">
            <a:avLst/>
          </a:prstGeom>
          <a:noFill/>
          <a:ln w="0">
            <a:noFill/>
          </a:ln>
          <a:effectLst>
            <a:outerShdw algn="tl" blurRad="291960" dir="2700000" dist="138479" rotWithShape="0">
              <a:srgbClr val="333333">
                <a:alpha val="65000"/>
              </a:srgbClr>
            </a:outerShdw>
          </a:effectLst>
        </p:spPr>
      </p:pic>
      <p:sp>
        <p:nvSpPr>
          <p:cNvPr id="259" name="PlaceHolder 1"/>
          <p:cNvSpPr>
            <a:spLocks noGrp="1"/>
          </p:cNvSpPr>
          <p:nvPr>
            <p:ph type="sldNum" idx="32"/>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5EFCF8FC-95F5-4328-81B7-A40FE596EAA0}"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sldNum" idx="33"/>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4772A036-6AEC-4184-A18E-AEA6DBA12248}"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
        <p:nvSpPr>
          <p:cNvPr id="261" name="Proceso alternativo 9"/>
          <p:cNvSpPr/>
          <p:nvPr/>
        </p:nvSpPr>
        <p:spPr>
          <a:xfrm>
            <a:off x="447120" y="304560"/>
            <a:ext cx="3631680" cy="305280"/>
          </a:xfrm>
          <a:prstGeom prst="flowChartAlternateProcess">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200" b="1" u="none" strike="noStrike">
                <a:solidFill>
                  <a:schemeClr val="lt1"/>
                </a:solidFill>
                <a:effectLst/>
                <a:uFillTx/>
                <a:latin typeface="Arial"/>
                <a:ea typeface="Arial"/>
              </a:rPr>
              <a:t>4. SOLICITUD DEL CENTRO DE PRÁCTICAS</a:t>
            </a:r>
            <a:endParaRPr lang="es-ES" sz="1200" b="0" u="none" strike="noStrike">
              <a:solidFill>
                <a:srgbClr val="ffffff"/>
              </a:solidFill>
              <a:effectLst/>
              <a:uFillTx/>
              <a:latin typeface="Arial"/>
            </a:endParaRPr>
          </a:p>
        </p:txBody>
      </p:sp>
      <p:sp>
        <p:nvSpPr>
          <p:cNvPr id="262" name="Rectángulo 8"/>
          <p:cNvSpPr/>
          <p:nvPr/>
        </p:nvSpPr>
        <p:spPr>
          <a:xfrm>
            <a:off x="770400" y="1883880"/>
            <a:ext cx="11301120" cy="27381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s-ES" sz="2400" b="1" u="none" strike="noStrike">
                <a:solidFill>
                  <a:srgbClr val="0098cd"/>
                </a:solidFill>
                <a:effectLst/>
                <a:uFillTx/>
                <a:latin typeface="Arial"/>
                <a:ea typeface="MS PGothic"/>
              </a:rPr>
              <a:t>Para solicitar el centro de prácticas:</a:t>
            </a:r>
            <a:endParaRPr lang="es-ES" sz="2400" b="0" u="none" strike="noStrike">
              <a:solidFill>
                <a:srgbClr val="000000"/>
              </a:solidFill>
              <a:effectLst/>
              <a:uFillTx/>
              <a:latin typeface="Arial"/>
            </a:endParaRPr>
          </a:p>
          <a:p>
            <a:pPr defTabSz="457200">
              <a:lnSpc>
                <a:spcPct val="100000"/>
              </a:lnSpc>
            </a:pPr>
            <a:endParaRPr lang="es-ES" sz="2400" b="0" u="none" strike="noStrike">
              <a:solidFill>
                <a:srgbClr val="000000"/>
              </a:solidFill>
              <a:effectLst/>
              <a:uFillTx/>
              <a:latin typeface="Arial"/>
            </a:endParaRPr>
          </a:p>
          <a:p>
            <a:pPr marL="800280" lvl="1" indent="-343080" defTabSz="457200">
              <a:lnSpc>
                <a:spcPct val="100000"/>
              </a:lnSpc>
              <a:buClr>
                <a:srgbClr val="0098cd"/>
              </a:buClr>
              <a:buFont typeface="Arial"/>
              <a:buChar char="•"/>
            </a:pPr>
            <a:r>
              <a:rPr lang="es-ES" sz="2000" b="1" u="none" strike="noStrike">
                <a:solidFill>
                  <a:srgbClr val="0098cd"/>
                </a:solidFill>
                <a:effectLst/>
                <a:uFillTx/>
                <a:latin typeface="Arial"/>
                <a:ea typeface="MS PGothic"/>
              </a:rPr>
              <a:t>Rellenar formulario web de Solicitud de Centro. Se accede desde el enlace “Mis prácticas”.</a:t>
            </a:r>
            <a:endParaRPr lang="es-ES" sz="2000" b="0" u="none" strike="noStrike">
              <a:solidFill>
                <a:srgbClr val="000000"/>
              </a:solidFill>
              <a:effectLst/>
              <a:uFillTx/>
              <a:latin typeface="Arial"/>
            </a:endParaRPr>
          </a:p>
          <a:p>
            <a:pPr defTabSz="457200">
              <a:lnSpc>
                <a:spcPct val="100000"/>
              </a:lnSpc>
            </a:pPr>
            <a:endParaRPr lang="es-ES" sz="2000" b="0" u="none" strike="noStrike">
              <a:solidFill>
                <a:srgbClr val="000000"/>
              </a:solidFill>
              <a:effectLst/>
              <a:uFillTx/>
              <a:latin typeface="Arial"/>
            </a:endParaRPr>
          </a:p>
          <a:p>
            <a:pPr marL="800280" lvl="1" indent="-343080" defTabSz="457200">
              <a:lnSpc>
                <a:spcPct val="100000"/>
              </a:lnSpc>
              <a:buClr>
                <a:srgbClr val="0098cd"/>
              </a:buClr>
              <a:buFont typeface="Arial"/>
              <a:buChar char="•"/>
            </a:pPr>
            <a:r>
              <a:rPr lang="es-ES" sz="2000" b="1" u="none" strike="noStrike">
                <a:solidFill>
                  <a:srgbClr val="0098cd"/>
                </a:solidFill>
                <a:effectLst/>
                <a:uFillTx/>
                <a:latin typeface="Arial"/>
                <a:ea typeface="MS PGothic"/>
              </a:rPr>
              <a:t>Tened preparado el Currículum Vitae en formato estándar para entregarlo junto con la solicitud de centro.</a:t>
            </a:r>
            <a:endParaRPr lang="es-ES" sz="2000" b="0" u="none" strike="noStrike">
              <a:solidFill>
                <a:srgbClr val="000000"/>
              </a:solidFill>
              <a:effectLst/>
              <a:uFillTx/>
              <a:latin typeface="Arial"/>
            </a:endParaRPr>
          </a:p>
          <a:p>
            <a:pPr defTabSz="457200">
              <a:lnSpc>
                <a:spcPct val="100000"/>
              </a:lnSpc>
            </a:pPr>
            <a:endParaRPr lang="es-ES" sz="2400" b="0" u="none" strike="noStrike">
              <a:solidFill>
                <a:srgbClr val="000000"/>
              </a:solidFill>
              <a:effectLst/>
              <a:uFillTx/>
              <a:latin typeface="Arial"/>
            </a:endParaRPr>
          </a:p>
        </p:txBody>
      </p:sp>
      <p:sp>
        <p:nvSpPr>
          <p:cNvPr id="263" name="Rectángulo 10"/>
          <p:cNvSpPr/>
          <p:nvPr/>
        </p:nvSpPr>
        <p:spPr>
          <a:xfrm>
            <a:off x="0" y="5279400"/>
            <a:ext cx="12191040" cy="368280"/>
          </a:xfrm>
          <a:prstGeom prst="rect">
            <a:avLst/>
          </a:prstGeom>
          <a:solidFill>
            <a:schemeClr val="bg1">
              <a:lumMod val="50000"/>
            </a:schemeClr>
          </a:solidFill>
          <a:ln w="0">
            <a:noFill/>
          </a:ln>
        </p:spPr>
        <p:style>
          <a:lnRef idx="0"/>
          <a:fillRef idx="0"/>
          <a:effectRef idx="0"/>
          <a:fontRef idx="minor"/>
        </p:style>
        <p:txBody>
          <a:bodyPr lIns="90000" rIns="90000" tIns="45000" bIns="45000" anchor="t">
            <a:spAutoFit/>
          </a:bodyPr>
          <a:p>
            <a:pPr algn="ctr" defTabSz="457200">
              <a:lnSpc>
                <a:spcPct val="100000"/>
              </a:lnSpc>
            </a:pPr>
            <a:r>
              <a:rPr lang="es-ES" sz="1800" b="1" u="none" strike="noStrike">
                <a:solidFill>
                  <a:schemeClr val="lt1"/>
                </a:solidFill>
                <a:effectLst/>
                <a:uFillTx/>
                <a:latin typeface="Arial"/>
                <a:ea typeface="MS PGothic"/>
              </a:rPr>
              <a:t>El Departamento de prácticas hará las gestiones oportunas directamente con el centro</a:t>
            </a:r>
            <a:endParaRPr lang="es-ES" sz="1800" b="0" u="none" strike="noStrike">
              <a:solidFill>
                <a:srgbClr val="ffffff"/>
              </a:solidFill>
              <a:effectLst/>
              <a:uFillTx/>
              <a:latin typeface="Arial"/>
            </a:endParaRPr>
          </a:p>
        </p:txBody>
      </p:sp>
      <p:sp>
        <p:nvSpPr>
          <p:cNvPr id="264" name="Rectángulo 11"/>
          <p:cNvSpPr/>
          <p:nvPr/>
        </p:nvSpPr>
        <p:spPr>
          <a:xfrm>
            <a:off x="389160" y="4581000"/>
            <a:ext cx="11412720" cy="39888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s-ES" sz="2000" b="1" u="none" strike="noStrike">
                <a:solidFill>
                  <a:srgbClr val="ff0000"/>
                </a:solidFill>
                <a:effectLst/>
                <a:uFillTx/>
                <a:latin typeface="Arial"/>
                <a:ea typeface="MS PGothic"/>
              </a:rPr>
              <a:t>NOTA: Si no se entrega la solicitud en plazo, se califica la asignatura como No Presentado</a:t>
            </a:r>
            <a:endParaRPr lang="es-E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PlaceHolder 1"/>
          <p:cNvSpPr>
            <a:spLocks noGrp="1"/>
          </p:cNvSpPr>
          <p:nvPr>
            <p:ph type="sldNum" idx="34"/>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439F3336-39DE-44B6-9D05-92614DA06810}"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pic>
        <p:nvPicPr>
          <p:cNvPr id="266" name="Imagen 6"/>
          <p:cNvPicPr/>
          <p:nvPr/>
        </p:nvPicPr>
        <p:blipFill>
          <a:blip r:embed="rId1"/>
          <a:stretch/>
        </p:blipFill>
        <p:spPr>
          <a:xfrm>
            <a:off x="4007880" y="-9000"/>
            <a:ext cx="8183160" cy="6315840"/>
          </a:xfrm>
          <a:prstGeom prst="rect">
            <a:avLst/>
          </a:prstGeom>
          <a:noFill/>
          <a:ln w="0">
            <a:noFill/>
          </a:ln>
        </p:spPr>
      </p:pic>
      <p:sp>
        <p:nvSpPr>
          <p:cNvPr id="267" name="Rectángulo 12"/>
          <p:cNvSpPr/>
          <p:nvPr/>
        </p:nvSpPr>
        <p:spPr>
          <a:xfrm>
            <a:off x="3575880" y="692640"/>
            <a:ext cx="298080" cy="5555520"/>
          </a:xfrm>
          <a:prstGeom prst="rect">
            <a:avLst/>
          </a:prstGeom>
          <a:solidFill>
            <a:srgbClr val="0098cd"/>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s-ES" sz="1800" b="0" u="none" strike="noStrike">
              <a:solidFill>
                <a:schemeClr val="lt1"/>
              </a:solidFill>
              <a:effectLst/>
              <a:uFillTx/>
              <a:latin typeface="Arial"/>
              <a:ea typeface="Arial"/>
            </a:endParaRPr>
          </a:p>
        </p:txBody>
      </p:sp>
      <p:sp>
        <p:nvSpPr>
          <p:cNvPr id="268" name="Rectángulo 13"/>
          <p:cNvSpPr/>
          <p:nvPr/>
        </p:nvSpPr>
        <p:spPr>
          <a:xfrm>
            <a:off x="3575880" y="-9000"/>
            <a:ext cx="298080" cy="230400"/>
          </a:xfrm>
          <a:prstGeom prst="rect">
            <a:avLst/>
          </a:prstGeom>
          <a:solidFill>
            <a:srgbClr val="0098cd"/>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s-ES" sz="1800" b="0" u="none" strike="noStrike">
              <a:solidFill>
                <a:schemeClr val="lt1"/>
              </a:solidFill>
              <a:effectLst/>
              <a:uFillTx/>
              <a:latin typeface="Arial"/>
              <a:ea typeface="Arial"/>
            </a:endParaRPr>
          </a:p>
        </p:txBody>
      </p:sp>
      <p:sp>
        <p:nvSpPr>
          <p:cNvPr id="269" name="Proceso alternativo 9"/>
          <p:cNvSpPr/>
          <p:nvPr/>
        </p:nvSpPr>
        <p:spPr>
          <a:xfrm>
            <a:off x="447120" y="304560"/>
            <a:ext cx="3631680" cy="305280"/>
          </a:xfrm>
          <a:prstGeom prst="flowChartAlternateProcess">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200" b="1" u="none" strike="noStrike">
                <a:solidFill>
                  <a:schemeClr val="lt1"/>
                </a:solidFill>
                <a:effectLst/>
                <a:uFillTx/>
                <a:latin typeface="Arial"/>
                <a:ea typeface="Arial"/>
              </a:rPr>
              <a:t>4. SOLICITUD DEL CENTRO DE PRÁCTICAS</a:t>
            </a:r>
            <a:endParaRPr lang="es-E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PlaceHolder 1"/>
          <p:cNvSpPr>
            <a:spLocks noGrp="1"/>
          </p:cNvSpPr>
          <p:nvPr>
            <p:ph type="sldNum" idx="35"/>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5B63FE00-5C61-496D-8D85-3EFD93C7DF02}"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pic>
        <p:nvPicPr>
          <p:cNvPr id="271" name="Imagen 2"/>
          <p:cNvPicPr/>
          <p:nvPr/>
        </p:nvPicPr>
        <p:blipFill>
          <a:blip r:embed="rId1"/>
          <a:stretch/>
        </p:blipFill>
        <p:spPr>
          <a:xfrm>
            <a:off x="2663640" y="627120"/>
            <a:ext cx="6864120" cy="5602680"/>
          </a:xfrm>
          <a:prstGeom prst="rect">
            <a:avLst/>
          </a:prstGeom>
          <a:noFill/>
          <a:ln w="0">
            <a:noFill/>
          </a:ln>
        </p:spPr>
      </p:pic>
      <p:sp>
        <p:nvSpPr>
          <p:cNvPr id="272" name="Proceso alternativo 9"/>
          <p:cNvSpPr/>
          <p:nvPr/>
        </p:nvSpPr>
        <p:spPr>
          <a:xfrm>
            <a:off x="447120" y="304560"/>
            <a:ext cx="3631680" cy="305280"/>
          </a:xfrm>
          <a:prstGeom prst="flowChartAlternateProcess">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200" b="1" u="none" strike="noStrike">
                <a:solidFill>
                  <a:schemeClr val="lt1"/>
                </a:solidFill>
                <a:effectLst/>
                <a:uFillTx/>
                <a:latin typeface="Arial"/>
                <a:ea typeface="Arial"/>
              </a:rPr>
              <a:t>4. SOLICITUD DEL CENTRO DE PRÁCTICAS</a:t>
            </a:r>
            <a:endParaRPr lang="es-E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73" name="Imagen 10" descr="Interfaz de usuario gráfica, Aplicación&#10;&#10;Descripción generada automáticamente"/>
          <p:cNvPicPr/>
          <p:nvPr/>
        </p:nvPicPr>
        <p:blipFill>
          <a:blip r:embed="rId1"/>
          <a:stretch/>
        </p:blipFill>
        <p:spPr>
          <a:xfrm>
            <a:off x="130680" y="764640"/>
            <a:ext cx="11930040" cy="5398920"/>
          </a:xfrm>
          <a:prstGeom prst="rect">
            <a:avLst/>
          </a:prstGeom>
          <a:noFill/>
          <a:ln w="0">
            <a:noFill/>
          </a:ln>
        </p:spPr>
      </p:pic>
      <p:sp>
        <p:nvSpPr>
          <p:cNvPr id="274" name="PlaceHolder 1"/>
          <p:cNvSpPr>
            <a:spLocks noGrp="1"/>
          </p:cNvSpPr>
          <p:nvPr>
            <p:ph type="sldNum" idx="36"/>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457ED64C-5CE3-4D6D-9B94-BBADA7B8FD79}"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
        <p:nvSpPr>
          <p:cNvPr id="275" name="Rectángulo redondeado 16"/>
          <p:cNvSpPr/>
          <p:nvPr/>
        </p:nvSpPr>
        <p:spPr>
          <a:xfrm>
            <a:off x="159840" y="1412640"/>
            <a:ext cx="1542600" cy="358920"/>
          </a:xfrm>
          <a:prstGeom prst="roundRect">
            <a:avLst>
              <a:gd name="adj" fmla="val 34982"/>
            </a:avLst>
          </a:prstGeom>
          <a:noFill/>
          <a:ln w="44450">
            <a:solidFill>
              <a:srgbClr val="ff0000"/>
            </a:solidFill>
            <a:bevel/>
          </a:ln>
        </p:spPr>
        <p:style>
          <a:lnRef idx="0"/>
          <a:fillRef idx="0"/>
          <a:effectRef idx="0"/>
          <a:fontRef idx="minor"/>
        </p:style>
        <p:txBody>
          <a:bodyPr numCol="1" spcCol="0" lIns="45720" rIns="45720" tIns="45000" bIns="45000" anchor="ctr">
            <a:spAutoFit/>
          </a:bodyPr>
          <a:p>
            <a:pPr defTabSz="457200">
              <a:lnSpc>
                <a:spcPct val="100000"/>
              </a:lnSpc>
              <a:tabLst>
                <a:tab algn="l" pos="0"/>
              </a:tabLst>
            </a:pPr>
            <a:endParaRPr lang="es-ES" sz="1800" b="0" u="none" strike="noStrike">
              <a:solidFill>
                <a:srgbClr val="535353"/>
              </a:solidFill>
              <a:effectLst/>
              <a:uFillTx/>
              <a:latin typeface="Arial"/>
              <a:ea typeface="Arial"/>
            </a:endParaRPr>
          </a:p>
        </p:txBody>
      </p:sp>
      <p:sp>
        <p:nvSpPr>
          <p:cNvPr id="276" name="Rectángulo redondeado 7"/>
          <p:cNvSpPr/>
          <p:nvPr/>
        </p:nvSpPr>
        <p:spPr>
          <a:xfrm>
            <a:off x="2106000" y="2493000"/>
            <a:ext cx="1971720" cy="1044000"/>
          </a:xfrm>
          <a:prstGeom prst="roundRect">
            <a:avLst>
              <a:gd name="adj" fmla="val 34982"/>
            </a:avLst>
          </a:prstGeom>
          <a:noFill/>
          <a:ln w="44450">
            <a:solidFill>
              <a:srgbClr val="ff0000"/>
            </a:solidFill>
            <a:bevel/>
          </a:ln>
        </p:spPr>
        <p:style>
          <a:lnRef idx="0"/>
          <a:fillRef idx="0"/>
          <a:effectRef idx="0"/>
          <a:fontRef idx="minor"/>
        </p:style>
        <p:txBody>
          <a:bodyPr numCol="1" spcCol="0" lIns="45720" rIns="45720" tIns="45000" bIns="45000" anchor="ctr">
            <a:spAutoFit/>
          </a:bodyPr>
          <a:p>
            <a:pPr defTabSz="457200">
              <a:lnSpc>
                <a:spcPct val="100000"/>
              </a:lnSpc>
              <a:tabLst>
                <a:tab algn="l" pos="0"/>
              </a:tabLst>
            </a:pPr>
            <a:endParaRPr lang="es-ES" sz="1800" b="0" u="none" strike="noStrike">
              <a:solidFill>
                <a:srgbClr val="535353"/>
              </a:solidFill>
              <a:effectLst/>
              <a:uFillTx/>
              <a:latin typeface="Arial"/>
              <a:ea typeface="Arial"/>
            </a:endParaRPr>
          </a:p>
        </p:txBody>
      </p:sp>
      <p:cxnSp>
        <p:nvCxnSpPr>
          <p:cNvPr id="277" name="Conector recto de flecha 5"/>
          <p:cNvCxnSpPr/>
          <p:nvPr/>
        </p:nvCxnSpPr>
        <p:spPr>
          <a:xfrm>
            <a:off x="1781640" y="1602000"/>
            <a:ext cx="570960" cy="819720"/>
          </a:xfrm>
          <a:prstGeom prst="straightConnector1">
            <a:avLst/>
          </a:prstGeom>
          <a:ln w="38100">
            <a:solidFill>
              <a:srgbClr val="ff0000"/>
            </a:solidFill>
            <a:prstDash val="sysDash"/>
            <a:bevel/>
            <a:headEnd len="med" type="triangle" w="med"/>
            <a:tailEnd len="med" type="triangle" w="med"/>
          </a:ln>
        </p:spPr>
      </p:cxnSp>
      <p:sp>
        <p:nvSpPr>
          <p:cNvPr id="278" name="Proceso alternativo 9"/>
          <p:cNvSpPr/>
          <p:nvPr/>
        </p:nvSpPr>
        <p:spPr>
          <a:xfrm>
            <a:off x="447120" y="304560"/>
            <a:ext cx="3631680" cy="305280"/>
          </a:xfrm>
          <a:prstGeom prst="flowChartAlternateProcess">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200" b="1" u="none" strike="noStrike">
                <a:solidFill>
                  <a:schemeClr val="lt1"/>
                </a:solidFill>
                <a:effectLst/>
                <a:uFillTx/>
                <a:latin typeface="Arial"/>
                <a:ea typeface="Arial"/>
              </a:rPr>
              <a:t>4. SOLICITUD DEL CENTRO DE PRÁCTICAS</a:t>
            </a:r>
            <a:endParaRPr lang="es-E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275"/>
                                        </p:tgtEl>
                                        <p:attrNameLst>
                                          <p:attrName>style.visibility</p:attrName>
                                        </p:attrNameLst>
                                      </p:cBhvr>
                                      <p:to>
                                        <p:strVal val="visible"/>
                                      </p:to>
                                    </p:set>
                                  </p:childTnLst>
                                </p:cTn>
                              </p:par>
                              <p:par>
                                <p:cTn id="7" presetID="1" presetClass="entr" fill="hold" nodeType="withEffect">
                                  <p:stCondLst>
                                    <p:cond delay="0"/>
                                  </p:stCondLst>
                                  <p:childTnLst>
                                    <p:set>
                                      <p:cBhvr>
                                        <p:cTn id="8" dur="1" fill="hold">
                                          <p:stCondLst>
                                            <p:cond delay="0"/>
                                          </p:stCondLst>
                                        </p:cTn>
                                        <p:tgtEl>
                                          <p:spTgt spid="277"/>
                                        </p:tgtEl>
                                        <p:attrNameLst>
                                          <p:attrName>style.visibility</p:attrName>
                                        </p:attrNameLst>
                                      </p:cBhvr>
                                      <p:to>
                                        <p:strVal val="visible"/>
                                      </p:to>
                                    </p:set>
                                  </p:childTnLst>
                                </p:cTn>
                              </p:par>
                              <p:par>
                                <p:cTn id="9" presetID="1" presetClass="entr" fill="hold" nodeType="withEffect">
                                  <p:stCondLst>
                                    <p:cond delay="0"/>
                                  </p:stCondLst>
                                  <p:childTnLst>
                                    <p:set>
                                      <p:cBhvr>
                                        <p:cTn id="10" dur="1" fill="hold">
                                          <p:stCondLst>
                                            <p:cond delay="0"/>
                                          </p:stCondLst>
                                        </p:cTn>
                                        <p:tgtEl>
                                          <p:spTgt spid="2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79" name="Imagen 37"/>
          <p:cNvPicPr/>
          <p:nvPr/>
        </p:nvPicPr>
        <p:blipFill>
          <a:blip r:embed="rId1"/>
          <a:stretch/>
        </p:blipFill>
        <p:spPr>
          <a:xfrm>
            <a:off x="119160" y="723600"/>
            <a:ext cx="11948040" cy="5400360"/>
          </a:xfrm>
          <a:prstGeom prst="rect">
            <a:avLst/>
          </a:prstGeom>
          <a:noFill/>
          <a:ln w="0">
            <a:noFill/>
          </a:ln>
        </p:spPr>
      </p:pic>
      <p:sp>
        <p:nvSpPr>
          <p:cNvPr id="280" name="PlaceHolder 1"/>
          <p:cNvSpPr>
            <a:spLocks noGrp="1"/>
          </p:cNvSpPr>
          <p:nvPr>
            <p:ph type="sldNum" idx="37"/>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AD2C3E78-78D2-4999-AEDC-34D45A468968}"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
        <p:nvSpPr>
          <p:cNvPr id="281" name="CuadroTexto 38"/>
          <p:cNvSpPr/>
          <p:nvPr/>
        </p:nvSpPr>
        <p:spPr>
          <a:xfrm>
            <a:off x="4151880" y="2853000"/>
            <a:ext cx="6351840" cy="368280"/>
          </a:xfrm>
          <a:prstGeom prst="rect">
            <a:avLst/>
          </a:prstGeom>
          <a:noFill/>
          <a:ln w="0">
            <a:solidFill>
              <a:srgbClr val="0f7ec5"/>
            </a:solidFill>
          </a:ln>
        </p:spPr>
        <p:style>
          <a:lnRef idx="0"/>
          <a:fillRef idx="0"/>
          <a:effectRef idx="0"/>
          <a:fontRef idx="minor"/>
        </p:style>
        <p:txBody>
          <a:bodyPr wrap="none" lIns="90000" rIns="90000" tIns="45000" bIns="45000" anchor="t">
            <a:spAutoFit/>
          </a:bodyPr>
          <a:p>
            <a:pPr defTabSz="457200">
              <a:lnSpc>
                <a:spcPct val="100000"/>
              </a:lnSpc>
            </a:pPr>
            <a:r>
              <a:rPr lang="es-ES" sz="1800" b="0" u="none" strike="noStrike">
                <a:solidFill>
                  <a:schemeClr val="accent1">
                    <a:lumMod val="75000"/>
                  </a:schemeClr>
                </a:solidFill>
                <a:effectLst/>
                <a:uFillTx/>
                <a:latin typeface="Arial"/>
                <a:ea typeface="Arial"/>
              </a:rPr>
              <a:t>Cumplimentar todos los campos solicitados y </a:t>
            </a:r>
            <a:r>
              <a:rPr lang="es-ES" sz="1800" b="0" u="sng" strike="noStrike">
                <a:solidFill>
                  <a:schemeClr val="accent1">
                    <a:lumMod val="75000"/>
                  </a:schemeClr>
                </a:solidFill>
                <a:effectLst/>
                <a:uFillTx/>
                <a:latin typeface="Arial"/>
                <a:ea typeface="Arial"/>
              </a:rPr>
              <a:t>entregar el CV</a:t>
            </a:r>
            <a:endParaRPr lang="es-ES" sz="1800" b="0" u="none" strike="noStrike">
              <a:solidFill>
                <a:srgbClr val="000000"/>
              </a:solidFill>
              <a:effectLst/>
              <a:uFillTx/>
              <a:latin typeface="Arial"/>
            </a:endParaRPr>
          </a:p>
        </p:txBody>
      </p:sp>
      <p:cxnSp>
        <p:nvCxnSpPr>
          <p:cNvPr id="282" name="Conector recto de flecha 40"/>
          <p:cNvCxnSpPr/>
          <p:nvPr/>
        </p:nvCxnSpPr>
        <p:spPr>
          <a:xfrm flipH="1">
            <a:off x="4439520" y="3222000"/>
            <a:ext cx="5113800" cy="928080"/>
          </a:xfrm>
          <a:prstGeom prst="straightConnector1">
            <a:avLst/>
          </a:prstGeom>
          <a:ln w="25400">
            <a:solidFill>
              <a:srgbClr val="0f7ec5"/>
            </a:solidFill>
            <a:bevel/>
            <a:tailEnd len="med" type="triangle" w="med"/>
          </a:ln>
        </p:spPr>
      </p:cxnSp>
      <p:sp>
        <p:nvSpPr>
          <p:cNvPr id="283" name="Proceso alternativo 9"/>
          <p:cNvSpPr/>
          <p:nvPr/>
        </p:nvSpPr>
        <p:spPr>
          <a:xfrm>
            <a:off x="447120" y="304560"/>
            <a:ext cx="3631680" cy="305280"/>
          </a:xfrm>
          <a:prstGeom prst="flowChartAlternateProcess">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200" b="1" u="none" strike="noStrike">
                <a:solidFill>
                  <a:schemeClr val="lt1"/>
                </a:solidFill>
                <a:effectLst/>
                <a:uFillTx/>
                <a:latin typeface="Arial"/>
                <a:ea typeface="Arial"/>
              </a:rPr>
              <a:t>4. SOLICITUD DEL CENTRO DE PRÁCTICAS</a:t>
            </a:r>
            <a:endParaRPr lang="es-E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84" name="Imagen 5" descr="Interfaz de usuario gráfica, Texto, Aplicación&#10;&#10;Descripción generada automáticamente"/>
          <p:cNvPicPr/>
          <p:nvPr/>
        </p:nvPicPr>
        <p:blipFill>
          <a:blip r:embed="rId1"/>
          <a:stretch/>
        </p:blipFill>
        <p:spPr>
          <a:xfrm>
            <a:off x="144360" y="732960"/>
            <a:ext cx="11902320" cy="5398920"/>
          </a:xfrm>
          <a:prstGeom prst="rect">
            <a:avLst/>
          </a:prstGeom>
          <a:noFill/>
          <a:ln w="0">
            <a:noFill/>
          </a:ln>
        </p:spPr>
      </p:pic>
      <p:sp>
        <p:nvSpPr>
          <p:cNvPr id="285" name="PlaceHolder 1"/>
          <p:cNvSpPr>
            <a:spLocks noGrp="1"/>
          </p:cNvSpPr>
          <p:nvPr>
            <p:ph type="sldNum" idx="38"/>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7F9B7145-07E7-41AB-9D85-F3F7A5D595EE}"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
        <p:nvSpPr>
          <p:cNvPr id="286" name="Proceso alternativo 9"/>
          <p:cNvSpPr/>
          <p:nvPr/>
        </p:nvSpPr>
        <p:spPr>
          <a:xfrm>
            <a:off x="447120" y="304560"/>
            <a:ext cx="3631680" cy="305280"/>
          </a:xfrm>
          <a:prstGeom prst="flowChartAlternateProcess">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200" b="1" u="none" strike="noStrike">
                <a:solidFill>
                  <a:schemeClr val="lt1"/>
                </a:solidFill>
                <a:effectLst/>
                <a:uFillTx/>
                <a:latin typeface="Arial"/>
                <a:ea typeface="Arial"/>
              </a:rPr>
              <a:t>4. SOLICITUD DEL CENTRO DE PRÁCTICAS</a:t>
            </a:r>
            <a:endParaRPr lang="es-E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PlaceHolder 1"/>
          <p:cNvSpPr>
            <a:spLocks noGrp="1"/>
          </p:cNvSpPr>
          <p:nvPr>
            <p:ph type="sldNum" idx="39"/>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C23C5B05-8EEE-4804-ADF1-CC884B57F16B}"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pic>
        <p:nvPicPr>
          <p:cNvPr id="288" name="Imagen 3" descr="Interfaz de usuario gráfica, Texto, Aplicación&#10;&#10;Descripción generada automáticamente"/>
          <p:cNvPicPr/>
          <p:nvPr/>
        </p:nvPicPr>
        <p:blipFill>
          <a:blip r:embed="rId1"/>
          <a:stretch/>
        </p:blipFill>
        <p:spPr>
          <a:xfrm>
            <a:off x="144360" y="732960"/>
            <a:ext cx="11901600" cy="5038920"/>
          </a:xfrm>
          <a:prstGeom prst="rect">
            <a:avLst/>
          </a:prstGeom>
          <a:noFill/>
          <a:ln w="0">
            <a:noFill/>
          </a:ln>
        </p:spPr>
      </p:pic>
      <p:cxnSp>
        <p:nvCxnSpPr>
          <p:cNvPr id="289" name="Conector recto 4"/>
          <p:cNvCxnSpPr/>
          <p:nvPr/>
        </p:nvCxnSpPr>
        <p:spPr>
          <a:xfrm>
            <a:off x="4912560" y="2507400"/>
            <a:ext cx="1441080" cy="1080"/>
          </a:xfrm>
          <a:prstGeom prst="straightConnector1">
            <a:avLst/>
          </a:prstGeom>
          <a:ln w="44450">
            <a:solidFill>
              <a:srgbClr val="ff0000"/>
            </a:solidFill>
            <a:bevel/>
          </a:ln>
        </p:spPr>
      </p:cxnSp>
      <p:cxnSp>
        <p:nvCxnSpPr>
          <p:cNvPr id="290" name="Conector recto de flecha 6"/>
          <p:cNvCxnSpPr>
            <a:endCxn id="291" idx="0"/>
          </p:cNvCxnSpPr>
          <p:nvPr/>
        </p:nvCxnSpPr>
        <p:spPr>
          <a:xfrm flipH="1">
            <a:off x="5261040" y="2564640"/>
            <a:ext cx="331920" cy="1368720"/>
          </a:xfrm>
          <a:prstGeom prst="straightConnector1">
            <a:avLst/>
          </a:prstGeom>
          <a:ln w="6350">
            <a:solidFill>
              <a:srgbClr val="ff0000"/>
            </a:solidFill>
            <a:prstDash val="dash"/>
            <a:miter/>
            <a:tailEnd len="med" type="triangle" w="med"/>
          </a:ln>
        </p:spPr>
      </p:cxnSp>
      <p:sp>
        <p:nvSpPr>
          <p:cNvPr id="291" name="CuadroTexto 7"/>
          <p:cNvSpPr/>
          <p:nvPr/>
        </p:nvSpPr>
        <p:spPr>
          <a:xfrm>
            <a:off x="3490560" y="3933000"/>
            <a:ext cx="3540600" cy="8298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s-ES" sz="1200" b="0" u="none" strike="noStrike">
                <a:solidFill>
                  <a:srgbClr val="0098cd"/>
                </a:solidFill>
                <a:effectLst/>
                <a:uFillTx/>
                <a:latin typeface="Arial"/>
                <a:ea typeface="ＭＳ Ｐゴシック"/>
              </a:rPr>
              <a:t>Prácticas mixtas</a:t>
            </a:r>
            <a:endParaRPr lang="es-ES" sz="1200" b="0" u="none" strike="noStrike">
              <a:solidFill>
                <a:srgbClr val="000000"/>
              </a:solidFill>
              <a:effectLst/>
              <a:uFillTx/>
              <a:latin typeface="Arial"/>
            </a:endParaRPr>
          </a:p>
          <a:p>
            <a:pPr defTabSz="457200">
              <a:lnSpc>
                <a:spcPct val="100000"/>
              </a:lnSpc>
            </a:pPr>
            <a:r>
              <a:rPr lang="es-ES" sz="1200" b="0" u="none" strike="noStrike">
                <a:solidFill>
                  <a:srgbClr val="0098cd"/>
                </a:solidFill>
                <a:effectLst/>
                <a:uFillTx/>
                <a:latin typeface="Arial"/>
                <a:ea typeface="ＭＳ Ｐゴシック"/>
              </a:rPr>
              <a:t>Curriculares + Extracurriculares</a:t>
            </a:r>
            <a:endParaRPr lang="es-ES" sz="1200" b="0" u="none" strike="noStrike">
              <a:solidFill>
                <a:srgbClr val="000000"/>
              </a:solidFill>
              <a:effectLst/>
              <a:uFillTx/>
              <a:latin typeface="Arial"/>
            </a:endParaRPr>
          </a:p>
          <a:p>
            <a:pPr defTabSz="457200">
              <a:lnSpc>
                <a:spcPct val="100000"/>
              </a:lnSpc>
            </a:pPr>
            <a:r>
              <a:rPr lang="es-ES" sz="1200" b="0" u="none" strike="noStrike">
                <a:solidFill>
                  <a:srgbClr val="0098cd"/>
                </a:solidFill>
                <a:effectLst/>
                <a:uFillTx/>
                <a:latin typeface="Arial"/>
                <a:ea typeface="ＭＳ Ｐゴシック"/>
              </a:rPr>
              <a:t>(En estos casos, las empresas suelen demandar disponibilidad a tiempo completo)</a:t>
            </a:r>
            <a:endParaRPr lang="es-ES" sz="1200" b="0" u="none" strike="noStrike">
              <a:solidFill>
                <a:srgbClr val="000000"/>
              </a:solidFill>
              <a:effectLst/>
              <a:uFillTx/>
              <a:latin typeface="Arial"/>
            </a:endParaRPr>
          </a:p>
        </p:txBody>
      </p:sp>
      <p:sp>
        <p:nvSpPr>
          <p:cNvPr id="292" name="Proceso alternativo 9"/>
          <p:cNvSpPr/>
          <p:nvPr/>
        </p:nvSpPr>
        <p:spPr>
          <a:xfrm>
            <a:off x="447120" y="304560"/>
            <a:ext cx="3631680" cy="305280"/>
          </a:xfrm>
          <a:prstGeom prst="flowChartAlternateProcess">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200" b="1" u="none" strike="noStrike">
                <a:solidFill>
                  <a:schemeClr val="lt1"/>
                </a:solidFill>
                <a:effectLst/>
                <a:uFillTx/>
                <a:latin typeface="Arial"/>
                <a:ea typeface="Arial"/>
              </a:rPr>
              <a:t>4. SOLICITUD DEL CENTRO DE PRÁCTICAS</a:t>
            </a:r>
            <a:endParaRPr lang="es-E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3" name="Imagen 10" descr="Interfaz de usuario gráfica, Aplicación&#10;&#10;Descripción generada automáticamente"/>
          <p:cNvPicPr/>
          <p:nvPr/>
        </p:nvPicPr>
        <p:blipFill>
          <a:blip r:embed="rId1"/>
          <a:stretch/>
        </p:blipFill>
        <p:spPr>
          <a:xfrm>
            <a:off x="130680" y="764640"/>
            <a:ext cx="11930040" cy="5398920"/>
          </a:xfrm>
          <a:prstGeom prst="rect">
            <a:avLst/>
          </a:prstGeom>
          <a:noFill/>
          <a:ln w="0">
            <a:noFill/>
          </a:ln>
        </p:spPr>
      </p:pic>
      <p:sp>
        <p:nvSpPr>
          <p:cNvPr id="294" name="PlaceHolder 1"/>
          <p:cNvSpPr>
            <a:spLocks noGrp="1"/>
          </p:cNvSpPr>
          <p:nvPr>
            <p:ph type="sldNum" idx="40"/>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179CC092-8119-48F8-B2CC-249C970FCC12}"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
        <p:nvSpPr>
          <p:cNvPr id="295" name="CuadroTexto 3"/>
          <p:cNvSpPr/>
          <p:nvPr/>
        </p:nvSpPr>
        <p:spPr>
          <a:xfrm>
            <a:off x="2063520" y="1772640"/>
            <a:ext cx="9075960" cy="3819240"/>
          </a:xfrm>
          <a:prstGeom prst="rect">
            <a:avLst/>
          </a:prstGeom>
          <a:solidFill>
            <a:srgbClr val="ffffff"/>
          </a:solidFill>
          <a:ln w="0">
            <a:noFill/>
          </a:ln>
        </p:spPr>
        <p:style>
          <a:lnRef idx="0"/>
          <a:fillRef idx="0"/>
          <a:effectRef idx="0"/>
          <a:fontRef idx="minor"/>
        </p:style>
        <p:txBody>
          <a:bodyPr lIns="90000" rIns="90000" tIns="45000" bIns="45000" anchor="t">
            <a:noAutofit/>
          </a:bodyPr>
          <a:p>
            <a:pPr algn="just" defTabSz="457200">
              <a:lnSpc>
                <a:spcPct val="100000"/>
              </a:lnSpc>
            </a:pPr>
            <a:endParaRPr lang="es-ES" sz="1800" b="0" u="none" strike="noStrike">
              <a:solidFill>
                <a:srgbClr val="000000"/>
              </a:solidFill>
              <a:effectLst/>
              <a:uFillTx/>
              <a:latin typeface="Arial"/>
            </a:endParaRPr>
          </a:p>
          <a:p>
            <a:pPr algn="just" defTabSz="457200">
              <a:lnSpc>
                <a:spcPct val="100000"/>
              </a:lnSpc>
            </a:pPr>
            <a:endParaRPr lang="es-ES" sz="1800" b="0" u="none" strike="noStrike">
              <a:solidFill>
                <a:srgbClr val="000000"/>
              </a:solidFill>
              <a:effectLst/>
              <a:uFillTx/>
              <a:latin typeface="Arial"/>
            </a:endParaRPr>
          </a:p>
          <a:p>
            <a:pPr algn="just" defTabSz="457200">
              <a:lnSpc>
                <a:spcPct val="100000"/>
              </a:lnSpc>
            </a:pPr>
            <a:endParaRPr lang="es-ES" sz="1800" b="0" u="none" strike="noStrike">
              <a:solidFill>
                <a:srgbClr val="000000"/>
              </a:solidFill>
              <a:effectLst/>
              <a:uFillTx/>
              <a:latin typeface="Arial"/>
            </a:endParaRPr>
          </a:p>
          <a:p>
            <a:pPr algn="just" defTabSz="457200">
              <a:lnSpc>
                <a:spcPct val="100000"/>
              </a:lnSpc>
            </a:pPr>
            <a:r>
              <a:rPr lang="es-ES" sz="1800" b="1" u="none" strike="noStrike">
                <a:solidFill>
                  <a:schemeClr val="dk1">
                    <a:lumMod val="75000"/>
                    <a:lumOff val="25000"/>
                  </a:schemeClr>
                </a:solidFill>
                <a:effectLst/>
                <a:uFillTx/>
                <a:latin typeface="Arial"/>
                <a:ea typeface="Arial"/>
              </a:rPr>
              <a:t>FECHA LÍMITE SOLICITUD DE CENTRO</a:t>
            </a:r>
            <a:r>
              <a:rPr lang="es-ES" sz="1800" b="1" u="none" strike="noStrike">
                <a:solidFill>
                  <a:schemeClr val="lt2">
                    <a:lumMod val="50000"/>
                  </a:schemeClr>
                </a:solidFill>
                <a:effectLst/>
                <a:uFillTx/>
                <a:latin typeface="Arial"/>
                <a:ea typeface="Arial"/>
              </a:rPr>
              <a:t>: 26 de abril de 2026</a:t>
            </a:r>
            <a:endParaRPr lang="es-ES" sz="1800" b="0" u="none" strike="noStrike">
              <a:solidFill>
                <a:srgbClr val="000000"/>
              </a:solidFill>
              <a:effectLst/>
              <a:uFillTx/>
              <a:latin typeface="Arial"/>
            </a:endParaRPr>
          </a:p>
          <a:p>
            <a:pPr algn="just" defTabSz="457200">
              <a:lnSpc>
                <a:spcPct val="100000"/>
              </a:lnSpc>
            </a:pPr>
            <a:endParaRPr lang="es-ES" sz="2400" b="0" u="none" strike="noStrike">
              <a:solidFill>
                <a:srgbClr val="000000"/>
              </a:solidFill>
              <a:effectLst/>
              <a:uFillTx/>
              <a:latin typeface="Arial"/>
            </a:endParaRPr>
          </a:p>
          <a:p>
            <a:pPr algn="just" defTabSz="457200">
              <a:lnSpc>
                <a:spcPct val="100000"/>
              </a:lnSpc>
            </a:pPr>
            <a:endParaRPr lang="es-ES" sz="2400" b="0" u="none" strike="noStrike">
              <a:solidFill>
                <a:srgbClr val="000000"/>
              </a:solidFill>
              <a:effectLst/>
              <a:uFillTx/>
              <a:latin typeface="Arial"/>
            </a:endParaRPr>
          </a:p>
          <a:p>
            <a:pPr algn="just" defTabSz="457200">
              <a:lnSpc>
                <a:spcPct val="100000"/>
              </a:lnSpc>
            </a:pPr>
            <a:r>
              <a:rPr lang="es-ES" sz="2000" b="1" u="none" strike="noStrike">
                <a:solidFill>
                  <a:srgbClr val="ff0000"/>
                </a:solidFill>
                <a:effectLst/>
                <a:uFillTx/>
                <a:latin typeface="Arial"/>
                <a:ea typeface="Arial"/>
              </a:rPr>
              <a:t>¡IMPORTANTE!: </a:t>
            </a:r>
            <a:r>
              <a:rPr lang="es-ES" sz="1800" b="1" u="none" strike="noStrike">
                <a:solidFill>
                  <a:schemeClr val="dk1">
                    <a:lumMod val="95000"/>
                    <a:lumOff val="5000"/>
                  </a:schemeClr>
                </a:solidFill>
                <a:effectLst/>
                <a:uFillTx/>
                <a:latin typeface="Arial"/>
                <a:ea typeface="Arial"/>
              </a:rPr>
              <a:t>Si cumplida la fecha límite de solicitud de centro no se ha realizado dicha solicitud, el estudiante, si desea realizar las prácticas, deberá aportar un centro donde desarrollarlas o su calificación final será de No Presentado “NP”.</a:t>
            </a:r>
            <a:endParaRPr lang="es-ES" sz="1800" b="0" u="none" strike="noStrike">
              <a:solidFill>
                <a:srgbClr val="000000"/>
              </a:solidFill>
              <a:effectLst/>
              <a:uFillTx/>
              <a:latin typeface="Arial"/>
            </a:endParaRPr>
          </a:p>
          <a:p>
            <a:pPr algn="just" defTabSz="457200">
              <a:lnSpc>
                <a:spcPct val="100000"/>
              </a:lnSpc>
            </a:pPr>
            <a:r>
              <a:rPr lang="es-ES" sz="1800" b="1" u="none" strike="noStrike">
                <a:solidFill>
                  <a:schemeClr val="dk1">
                    <a:lumMod val="95000"/>
                    <a:lumOff val="5000"/>
                  </a:schemeClr>
                </a:solidFill>
                <a:effectLst/>
                <a:uFillTx/>
                <a:latin typeface="Arial"/>
                <a:ea typeface="Arial"/>
              </a:rPr>
              <a:t>Es un sencillo cuestionario que, teniendo el CV preparado, tan sólo invertimos 2 min. en cumplimentar.</a:t>
            </a:r>
            <a:endParaRPr lang="es-ES" sz="1800" b="0" u="none" strike="noStrike">
              <a:solidFill>
                <a:srgbClr val="000000"/>
              </a:solidFill>
              <a:effectLst/>
              <a:uFillTx/>
              <a:latin typeface="Arial"/>
            </a:endParaRPr>
          </a:p>
        </p:txBody>
      </p:sp>
      <p:sp>
        <p:nvSpPr>
          <p:cNvPr id="296" name="Proceso alternativo 9"/>
          <p:cNvSpPr/>
          <p:nvPr/>
        </p:nvSpPr>
        <p:spPr>
          <a:xfrm>
            <a:off x="447120" y="304560"/>
            <a:ext cx="3631680" cy="305280"/>
          </a:xfrm>
          <a:prstGeom prst="flowChartAlternateProcess">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200" b="1" u="none" strike="noStrike">
                <a:solidFill>
                  <a:schemeClr val="lt1"/>
                </a:solidFill>
                <a:effectLst/>
                <a:uFillTx/>
                <a:latin typeface="Arial"/>
                <a:ea typeface="Arial"/>
              </a:rPr>
              <a:t>4. SOLICITUD DEL CENTRO DE PRÁCTICAS</a:t>
            </a:r>
            <a:endParaRPr lang="es-E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Elipse 3"/>
          <p:cNvSpPr/>
          <p:nvPr/>
        </p:nvSpPr>
        <p:spPr>
          <a:xfrm>
            <a:off x="4115520" y="772560"/>
            <a:ext cx="3959640" cy="4023360"/>
          </a:xfrm>
          <a:prstGeom prst="ellipse">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8000" b="1" u="none" strike="noStrike">
                <a:solidFill>
                  <a:schemeClr val="lt1"/>
                </a:solidFill>
                <a:effectLst/>
                <a:uFillTx/>
                <a:latin typeface="Arial"/>
                <a:ea typeface="Arial"/>
              </a:rPr>
              <a:t>5</a:t>
            </a:r>
            <a:endParaRPr lang="es-ES" sz="18000" b="0" u="none" strike="noStrike">
              <a:solidFill>
                <a:srgbClr val="ffffff"/>
              </a:solidFill>
              <a:effectLst/>
              <a:uFillTx/>
              <a:latin typeface="Arial"/>
            </a:endParaRPr>
          </a:p>
        </p:txBody>
      </p:sp>
      <p:sp>
        <p:nvSpPr>
          <p:cNvPr id="298" name="Rectangle 2"/>
          <p:cNvSpPr/>
          <p:nvPr/>
        </p:nvSpPr>
        <p:spPr>
          <a:xfrm>
            <a:off x="441360" y="5373360"/>
            <a:ext cx="11308320" cy="522000"/>
          </a:xfrm>
          <a:prstGeom prst="rect">
            <a:avLst/>
          </a:prstGeom>
          <a:noFill/>
          <a:ln w="0">
            <a:noFill/>
          </a:ln>
        </p:spPr>
        <p:style>
          <a:lnRef idx="0"/>
          <a:fillRef idx="0"/>
          <a:effectRef idx="0"/>
          <a:fontRef idx="minor"/>
        </p:style>
        <p:txBody>
          <a:bodyPr lIns="45720" rIns="45720" tIns="45000" bIns="45000" anchor="t">
            <a:spAutoFit/>
          </a:bodyPr>
          <a:p>
            <a:pPr algn="ctr" defTabSz="457200">
              <a:lnSpc>
                <a:spcPct val="100000"/>
              </a:lnSpc>
            </a:pPr>
            <a:r>
              <a:rPr lang="es-ES" sz="2800" b="1" u="none" strike="noStrike">
                <a:solidFill>
                  <a:srgbClr val="0098cd"/>
                </a:solidFill>
                <a:effectLst/>
                <a:uFillTx/>
                <a:latin typeface="Arial "/>
                <a:ea typeface="Arial"/>
              </a:rPr>
              <a:t>PRÁCTICAS EN EL CENTRO DE TRABAJO HABITUAL</a:t>
            </a:r>
            <a:endParaRPr lang="es-ES" sz="2800" b="0" u="none" strike="noStrike">
              <a:solidFill>
                <a:srgbClr val="000000"/>
              </a:solidFill>
              <a:effectLst/>
              <a:uFillTx/>
              <a:latin typeface="Arial"/>
            </a:endParaRPr>
          </a:p>
        </p:txBody>
      </p:sp>
      <p:pic>
        <p:nvPicPr>
          <p:cNvPr id="299" name="Picture 5" descr="logoblanco.png"/>
          <p:cNvPicPr/>
          <p:nvPr/>
        </p:nvPicPr>
        <p:blipFill>
          <a:blip r:embed="rId1"/>
          <a:stretch/>
        </p:blipFill>
        <p:spPr>
          <a:xfrm>
            <a:off x="5246640" y="3795120"/>
            <a:ext cx="1697760" cy="605160"/>
          </a:xfrm>
          <a:prstGeom prst="rect">
            <a:avLst/>
          </a:prstGeom>
          <a:noFill/>
          <a:ln w="0">
            <a:noFill/>
          </a:ln>
          <a:effectLst>
            <a:outerShdw algn="tl" blurRad="291960" dir="2700000" dist="138479" rotWithShape="0">
              <a:srgbClr val="333333">
                <a:alpha val="65000"/>
              </a:srgbClr>
            </a:outerShdw>
          </a:effectLst>
        </p:spPr>
      </p:pic>
      <p:sp>
        <p:nvSpPr>
          <p:cNvPr id="300" name="PlaceHolder 1"/>
          <p:cNvSpPr>
            <a:spLocks noGrp="1"/>
          </p:cNvSpPr>
          <p:nvPr>
            <p:ph type="sldNum" idx="41"/>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B54B50BE-2B8E-4AEA-A1D3-A38869A706A7}"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PlaceHolder 1"/>
          <p:cNvSpPr>
            <a:spLocks noGrp="1"/>
          </p:cNvSpPr>
          <p:nvPr>
            <p:ph type="sldNum" idx="42"/>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F78C443C-80EA-482F-9697-5EF0A5C3EF77}"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
        <p:nvSpPr>
          <p:cNvPr id="302" name="Proceso alternativo 18"/>
          <p:cNvSpPr/>
          <p:nvPr/>
        </p:nvSpPr>
        <p:spPr>
          <a:xfrm>
            <a:off x="447120" y="304560"/>
            <a:ext cx="3775680" cy="305280"/>
          </a:xfrm>
          <a:prstGeom prst="flowChartAlternateProcess">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200" b="1" u="none" strike="noStrike">
                <a:solidFill>
                  <a:schemeClr val="lt1"/>
                </a:solidFill>
                <a:effectLst/>
                <a:uFillTx/>
                <a:latin typeface="Arial"/>
                <a:ea typeface="Arial"/>
              </a:rPr>
              <a:t>5. PRÁCTICAS EN EL CENTRO DE TRABAJO</a:t>
            </a:r>
            <a:endParaRPr lang="es-ES" sz="1200" b="0" u="none" strike="noStrike">
              <a:solidFill>
                <a:srgbClr val="ffffff"/>
              </a:solidFill>
              <a:effectLst/>
              <a:uFillTx/>
              <a:latin typeface="Arial"/>
            </a:endParaRPr>
          </a:p>
        </p:txBody>
      </p:sp>
      <p:sp>
        <p:nvSpPr>
          <p:cNvPr id="303" name="Rectángulo 6"/>
          <p:cNvSpPr/>
          <p:nvPr/>
        </p:nvSpPr>
        <p:spPr>
          <a:xfrm>
            <a:off x="839520" y="2061000"/>
            <a:ext cx="9848520" cy="316908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lang="es-ES" sz="2000" b="1" u="none" strike="noStrike">
                <a:solidFill>
                  <a:srgbClr val="0098cd"/>
                </a:solidFill>
                <a:effectLst/>
                <a:uFillTx/>
                <a:latin typeface="Arial"/>
                <a:ea typeface="ＭＳ Ｐゴシック"/>
              </a:rPr>
              <a:t>Después de haber realizado los trámites del paso anterior marcando la opción de realizar las prácticas en vuestro lugar de trabajo habitual, se deberá rellenar una solicitud posterior (después de contactar UNIR con la empresa), indicando:</a:t>
            </a:r>
            <a:endParaRPr lang="es-ES" sz="2000" b="0" u="none" strike="noStrike">
              <a:solidFill>
                <a:srgbClr val="000000"/>
              </a:solidFill>
              <a:effectLst/>
              <a:uFillTx/>
              <a:latin typeface="Arial"/>
            </a:endParaRPr>
          </a:p>
          <a:p>
            <a:pPr marL="800280" lvl="1" indent="-343080" algn="just" defTabSz="914400">
              <a:lnSpc>
                <a:spcPct val="100000"/>
              </a:lnSpc>
              <a:spcBef>
                <a:spcPts val="601"/>
              </a:spcBef>
              <a:buClr>
                <a:srgbClr val="2e75b6"/>
              </a:buClr>
              <a:buFont typeface="Arial"/>
              <a:buChar char="•"/>
            </a:pPr>
            <a:r>
              <a:rPr lang="es-ES" sz="2000" b="0" u="none" strike="noStrike">
                <a:solidFill>
                  <a:srgbClr val="0098cd"/>
                </a:solidFill>
                <a:effectLst/>
                <a:uFillTx/>
                <a:latin typeface="Arial"/>
                <a:ea typeface="ＭＳ Ｐゴシック"/>
              </a:rPr>
              <a:t>Tareas del puesto de trabajo actual</a:t>
            </a:r>
            <a:endParaRPr lang="es-ES" sz="2000" b="0" u="none" strike="noStrike">
              <a:solidFill>
                <a:srgbClr val="000000"/>
              </a:solidFill>
              <a:effectLst/>
              <a:uFillTx/>
              <a:latin typeface="Arial"/>
            </a:endParaRPr>
          </a:p>
          <a:p>
            <a:pPr marL="800280" lvl="1" indent="-343080" algn="just" defTabSz="914400">
              <a:lnSpc>
                <a:spcPct val="100000"/>
              </a:lnSpc>
              <a:spcBef>
                <a:spcPts val="601"/>
              </a:spcBef>
              <a:buClr>
                <a:srgbClr val="2e75b6"/>
              </a:buClr>
              <a:buFont typeface="Arial"/>
              <a:buChar char="•"/>
            </a:pPr>
            <a:r>
              <a:rPr lang="es-ES" sz="2000" b="0" u="none" strike="noStrike">
                <a:solidFill>
                  <a:srgbClr val="0098cd"/>
                </a:solidFill>
                <a:effectLst/>
                <a:uFillTx/>
                <a:latin typeface="Arial"/>
                <a:ea typeface="ＭＳ Ｐゴシック"/>
              </a:rPr>
              <a:t>Tareas que se realizarán durante el período de prácticas (tienen que ser diferentes a las tareas habituales)</a:t>
            </a:r>
            <a:endParaRPr lang="es-ES" sz="2000" b="0" u="none" strike="noStrike">
              <a:solidFill>
                <a:srgbClr val="000000"/>
              </a:solidFill>
              <a:effectLst/>
              <a:uFillTx/>
              <a:latin typeface="Arial"/>
            </a:endParaRPr>
          </a:p>
          <a:p>
            <a:pPr marL="800280" lvl="1" indent="-343080" algn="just" defTabSz="914400">
              <a:lnSpc>
                <a:spcPct val="100000"/>
              </a:lnSpc>
              <a:spcBef>
                <a:spcPts val="601"/>
              </a:spcBef>
              <a:buClr>
                <a:srgbClr val="2e75b6"/>
              </a:buClr>
              <a:buFont typeface="Arial"/>
              <a:buChar char="•"/>
            </a:pPr>
            <a:r>
              <a:rPr lang="es-ES" sz="2000" b="0" u="none" strike="noStrike">
                <a:solidFill>
                  <a:srgbClr val="0098cd"/>
                </a:solidFill>
                <a:effectLst/>
                <a:uFillTx/>
                <a:latin typeface="Arial"/>
                <a:ea typeface="ＭＳ Ｐゴシック"/>
              </a:rPr>
              <a:t>Las tareas a realizar durante el período de prácticas que estar alineadas con los contenidos y temática del Máster</a:t>
            </a:r>
            <a:endParaRPr lang="es-ES" sz="2000" b="0" u="none" strike="noStrike">
              <a:solidFill>
                <a:srgbClr val="000000"/>
              </a:solidFill>
              <a:effectLst/>
              <a:uFillTx/>
              <a:latin typeface="Arial"/>
            </a:endParaRPr>
          </a:p>
          <a:p>
            <a:pPr marL="800280" lvl="1" indent="-343080" algn="just" defTabSz="914400">
              <a:lnSpc>
                <a:spcPct val="100000"/>
              </a:lnSpc>
              <a:spcBef>
                <a:spcPts val="601"/>
              </a:spcBef>
              <a:buClr>
                <a:srgbClr val="2e75b6"/>
              </a:buClr>
              <a:buFont typeface="Arial"/>
              <a:buChar char="•"/>
            </a:pPr>
            <a:r>
              <a:rPr lang="es-ES" sz="2000" b="0" u="none" strike="noStrike">
                <a:solidFill>
                  <a:srgbClr val="0098cd"/>
                </a:solidFill>
                <a:effectLst/>
                <a:uFillTx/>
                <a:latin typeface="Arial"/>
                <a:ea typeface="ＭＳ Ｐゴシック"/>
              </a:rPr>
              <a:t>La descripción tiene que ser clara, concreta y verosímil</a:t>
            </a:r>
            <a:endParaRPr lang="es-ES" sz="2000" b="0" u="none" strike="noStrike">
              <a:solidFill>
                <a:srgbClr val="000000"/>
              </a:solidFill>
              <a:effectLst/>
              <a:uFillTx/>
              <a:latin typeface="Arial"/>
            </a:endParaRPr>
          </a:p>
        </p:txBody>
      </p:sp>
      <p:sp>
        <p:nvSpPr>
          <p:cNvPr id="304" name="Rectángulo 7"/>
          <p:cNvSpPr/>
          <p:nvPr/>
        </p:nvSpPr>
        <p:spPr>
          <a:xfrm>
            <a:off x="335520" y="1426320"/>
            <a:ext cx="11524320" cy="4604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es-ES" sz="2400" b="1" u="none" strike="noStrike">
                <a:solidFill>
                  <a:srgbClr val="0098cd"/>
                </a:solidFill>
                <a:effectLst/>
                <a:uFillTx/>
                <a:latin typeface="Arial"/>
                <a:ea typeface="ＭＳ Ｐゴシック"/>
              </a:rPr>
              <a:t>Si deseáis realizar las prácticas en vuestro </a:t>
            </a:r>
            <a:r>
              <a:rPr lang="es-ES" sz="2400" b="1" u="sng" strike="noStrike">
                <a:solidFill>
                  <a:srgbClr val="0098cd"/>
                </a:solidFill>
                <a:effectLst/>
                <a:uFillTx/>
                <a:latin typeface="Arial"/>
                <a:ea typeface="ＭＳ Ｐゴシック"/>
              </a:rPr>
              <a:t>centro de trabajo actual</a:t>
            </a:r>
            <a:r>
              <a:rPr lang="es-ES" sz="2400" b="1" u="none" strike="noStrike">
                <a:solidFill>
                  <a:srgbClr val="0098cd"/>
                </a:solidFill>
                <a:effectLst/>
                <a:uFillTx/>
                <a:latin typeface="Arial"/>
                <a:ea typeface="ＭＳ Ｐゴシック"/>
              </a:rPr>
              <a:t>:</a:t>
            </a:r>
            <a:endParaRPr lang="es-ES" sz="2400" b="0" u="none" strike="noStrike">
              <a:solidFill>
                <a:srgbClr val="000000"/>
              </a:solidFill>
              <a:effectLst/>
              <a:uFillTx/>
              <a:latin typeface="Arial"/>
            </a:endParaRPr>
          </a:p>
        </p:txBody>
      </p:sp>
      <p:sp>
        <p:nvSpPr>
          <p:cNvPr id="305" name="CuadroTexto 9"/>
          <p:cNvSpPr/>
          <p:nvPr/>
        </p:nvSpPr>
        <p:spPr>
          <a:xfrm>
            <a:off x="875520" y="5254920"/>
            <a:ext cx="10440000" cy="101448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tabLst>
                <a:tab algn="l" pos="0"/>
              </a:tabLst>
            </a:pPr>
            <a:r>
              <a:rPr lang="es-ES" sz="2000" b="1" u="none" strike="noStrike">
                <a:solidFill>
                  <a:srgbClr val="ff0000"/>
                </a:solidFill>
                <a:effectLst/>
                <a:uFillTx/>
                <a:latin typeface="Arial"/>
                <a:ea typeface="Arial"/>
              </a:rPr>
              <a:t>IMPORTANTE: </a:t>
            </a:r>
            <a:r>
              <a:rPr lang="es-ES" sz="2000" b="1" u="none" strike="noStrike">
                <a:solidFill>
                  <a:srgbClr val="404040"/>
                </a:solidFill>
                <a:effectLst/>
                <a:uFillTx/>
                <a:latin typeface="Arial"/>
                <a:ea typeface="Arial"/>
              </a:rPr>
              <a:t>El proyecto formativo de la asignatura es muy útil para ayudaros a redactar correctamente las tareas de la solicitud. Está disponible en el enlace “Documentación” del aula.</a:t>
            </a:r>
            <a:endParaRPr lang="es-E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PlaceHolder 1"/>
          <p:cNvSpPr>
            <a:spLocks noGrp="1"/>
          </p:cNvSpPr>
          <p:nvPr>
            <p:ph type="sldNum" idx="43"/>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9C20ED7F-9DC8-45DF-9597-B2E165450506}"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
        <p:nvSpPr>
          <p:cNvPr id="307" name="Rectángulo 4"/>
          <p:cNvSpPr/>
          <p:nvPr/>
        </p:nvSpPr>
        <p:spPr>
          <a:xfrm>
            <a:off x="695520" y="1872720"/>
            <a:ext cx="10800000" cy="3707640"/>
          </a:xfrm>
          <a:prstGeom prst="rect">
            <a:avLst/>
          </a:prstGeom>
          <a:noFill/>
          <a:ln w="0">
            <a:noFill/>
          </a:ln>
        </p:spPr>
        <p:style>
          <a:lnRef idx="0"/>
          <a:fillRef idx="0"/>
          <a:effectRef idx="0"/>
          <a:fontRef idx="minor"/>
        </p:style>
        <p:txBody>
          <a:bodyPr lIns="90000" rIns="90000" tIns="45000" bIns="45000" anchor="t">
            <a:spAutoFit/>
          </a:bodyPr>
          <a:p>
            <a:pPr algn="just" defTabSz="457200">
              <a:lnSpc>
                <a:spcPct val="100000"/>
              </a:lnSpc>
              <a:spcBef>
                <a:spcPts val="601"/>
              </a:spcBef>
            </a:pPr>
            <a:r>
              <a:rPr lang="es-ES" sz="2800" b="1" u="none" strike="noStrike">
                <a:solidFill>
                  <a:schemeClr val="dk1">
                    <a:lumMod val="65000"/>
                    <a:lumOff val="35000"/>
                  </a:schemeClr>
                </a:solidFill>
                <a:effectLst/>
                <a:uFillTx/>
                <a:latin typeface="Arial"/>
                <a:ea typeface="ＭＳ Ｐゴシック"/>
              </a:rPr>
              <a:t>¿Qué puede provocar que se rechace vuestra solicitud?</a:t>
            </a:r>
            <a:endParaRPr lang="es-ES" sz="2800" b="0" u="none" strike="noStrike">
              <a:solidFill>
                <a:srgbClr val="000000"/>
              </a:solidFill>
              <a:effectLst/>
              <a:uFillTx/>
              <a:latin typeface="Arial"/>
            </a:endParaRPr>
          </a:p>
          <a:p>
            <a:pPr algn="just" defTabSz="457200">
              <a:lnSpc>
                <a:spcPct val="100000"/>
              </a:lnSpc>
              <a:spcBef>
                <a:spcPts val="601"/>
              </a:spcBef>
            </a:pPr>
            <a:endParaRPr lang="es-ES" sz="2800" b="0" u="none" strike="noStrike">
              <a:solidFill>
                <a:srgbClr val="000000"/>
              </a:solidFill>
              <a:effectLst/>
              <a:uFillTx/>
              <a:latin typeface="Arial"/>
            </a:endParaRPr>
          </a:p>
          <a:p>
            <a:pPr marL="343080" indent="-343080" algn="just" defTabSz="457200">
              <a:lnSpc>
                <a:spcPct val="100000"/>
              </a:lnSpc>
              <a:spcBef>
                <a:spcPts val="1199"/>
              </a:spcBef>
              <a:buClr>
                <a:srgbClr val="0098cd"/>
              </a:buClr>
              <a:buFont typeface="Arial"/>
              <a:buChar char="•"/>
            </a:pPr>
            <a:r>
              <a:rPr lang="es-ES" sz="2400" b="0" u="none" strike="noStrike">
                <a:solidFill>
                  <a:srgbClr val="0098cd"/>
                </a:solidFill>
                <a:effectLst/>
                <a:uFillTx/>
                <a:latin typeface="Arial"/>
                <a:ea typeface="ＭＳ Ｐゴシック"/>
              </a:rPr>
              <a:t>Que las tareas que vais a realizar durante las prácticas </a:t>
            </a:r>
            <a:r>
              <a:rPr lang="es-ES" sz="2400" b="1" u="none" strike="noStrike">
                <a:solidFill>
                  <a:srgbClr val="0098cd"/>
                </a:solidFill>
                <a:effectLst/>
                <a:uFillTx/>
                <a:latin typeface="Arial"/>
                <a:ea typeface="ＭＳ Ｐゴシック"/>
              </a:rPr>
              <a:t>no estén alineadas</a:t>
            </a:r>
            <a:r>
              <a:rPr lang="es-ES" sz="2400" b="0" u="none" strike="noStrike">
                <a:solidFill>
                  <a:srgbClr val="0098cd"/>
                </a:solidFill>
                <a:effectLst/>
                <a:uFillTx/>
                <a:latin typeface="Arial"/>
                <a:ea typeface="ＭＳ Ｐゴシック"/>
              </a:rPr>
              <a:t> con el Máster</a:t>
            </a:r>
            <a:endParaRPr lang="es-ES" sz="2400" b="0" u="none" strike="noStrike">
              <a:solidFill>
                <a:srgbClr val="000000"/>
              </a:solidFill>
              <a:effectLst/>
              <a:uFillTx/>
              <a:latin typeface="Arial"/>
            </a:endParaRPr>
          </a:p>
          <a:p>
            <a:pPr marL="343080" indent="-343080" algn="just" defTabSz="457200">
              <a:lnSpc>
                <a:spcPct val="100000"/>
              </a:lnSpc>
              <a:spcBef>
                <a:spcPts val="1199"/>
              </a:spcBef>
              <a:buClr>
                <a:srgbClr val="0098cd"/>
              </a:buClr>
              <a:buFont typeface="Arial"/>
              <a:buChar char="•"/>
            </a:pPr>
            <a:r>
              <a:rPr lang="es-ES" sz="2400" b="0" u="none" strike="noStrike">
                <a:solidFill>
                  <a:srgbClr val="0098cd"/>
                </a:solidFill>
                <a:effectLst/>
                <a:uFillTx/>
                <a:latin typeface="Arial"/>
                <a:ea typeface="ＭＳ Ｐゴシック"/>
              </a:rPr>
              <a:t>Que las tareas que vais a realizar durante las prácticas </a:t>
            </a:r>
            <a:r>
              <a:rPr lang="es-ES" sz="2400" b="1" u="none" strike="noStrike">
                <a:solidFill>
                  <a:srgbClr val="0098cd"/>
                </a:solidFill>
                <a:effectLst/>
                <a:uFillTx/>
                <a:latin typeface="Arial"/>
                <a:ea typeface="ＭＳ Ｐゴシック"/>
              </a:rPr>
              <a:t>estén contenidas en vuestras tareas habituales</a:t>
            </a:r>
            <a:endParaRPr lang="es-ES" sz="2400" b="0" u="none" strike="noStrike">
              <a:solidFill>
                <a:srgbClr val="000000"/>
              </a:solidFill>
              <a:effectLst/>
              <a:uFillTx/>
              <a:latin typeface="Arial"/>
            </a:endParaRPr>
          </a:p>
          <a:p>
            <a:pPr marL="343080" indent="-343080" algn="just" defTabSz="457200">
              <a:lnSpc>
                <a:spcPct val="100000"/>
              </a:lnSpc>
              <a:spcBef>
                <a:spcPts val="1199"/>
              </a:spcBef>
              <a:buClr>
                <a:srgbClr val="0098cd"/>
              </a:buClr>
              <a:buFont typeface="Arial"/>
              <a:buChar char="•"/>
            </a:pPr>
            <a:r>
              <a:rPr lang="es-ES" sz="2400" b="0" u="none" strike="noStrike">
                <a:solidFill>
                  <a:srgbClr val="0098cd"/>
                </a:solidFill>
                <a:effectLst/>
                <a:uFillTx/>
                <a:latin typeface="Arial"/>
                <a:ea typeface="ＭＳ Ｐゴシック"/>
              </a:rPr>
              <a:t>Que vuestro plan de trabajo incluya </a:t>
            </a:r>
            <a:r>
              <a:rPr lang="es-ES" sz="2400" b="1" u="none" strike="noStrike">
                <a:solidFill>
                  <a:srgbClr val="0098cd"/>
                </a:solidFill>
                <a:effectLst/>
                <a:uFillTx/>
                <a:latin typeface="Arial"/>
                <a:ea typeface="ＭＳ Ｐゴシック"/>
              </a:rPr>
              <a:t>tareas que no se van a poder realizar </a:t>
            </a:r>
            <a:r>
              <a:rPr lang="es-ES" sz="2400" b="0" u="none" strike="noStrike">
                <a:solidFill>
                  <a:srgbClr val="0098cd"/>
                </a:solidFill>
                <a:effectLst/>
                <a:uFillTx/>
                <a:latin typeface="Arial"/>
                <a:ea typeface="ＭＳ Ｐゴシック"/>
              </a:rPr>
              <a:t>por falta de tiempo</a:t>
            </a:r>
            <a:endParaRPr lang="es-ES" sz="2400" b="0" u="none" strike="noStrike">
              <a:solidFill>
                <a:srgbClr val="000000"/>
              </a:solidFill>
              <a:effectLst/>
              <a:uFillTx/>
              <a:latin typeface="Arial"/>
            </a:endParaRPr>
          </a:p>
        </p:txBody>
      </p:sp>
      <p:sp>
        <p:nvSpPr>
          <p:cNvPr id="308" name="Proceso alternativo 18"/>
          <p:cNvSpPr/>
          <p:nvPr/>
        </p:nvSpPr>
        <p:spPr>
          <a:xfrm>
            <a:off x="447120" y="304560"/>
            <a:ext cx="3775680" cy="305280"/>
          </a:xfrm>
          <a:prstGeom prst="flowChartAlternateProcess">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200" b="1" u="none" strike="noStrike">
                <a:solidFill>
                  <a:schemeClr val="lt1"/>
                </a:solidFill>
                <a:effectLst/>
                <a:uFillTx/>
                <a:latin typeface="Arial"/>
                <a:ea typeface="Arial"/>
              </a:rPr>
              <a:t>5. PRÁCTICAS EN EL CENTRO DE TRABAJO</a:t>
            </a:r>
            <a:endParaRPr lang="es-E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PlaceHolder 1"/>
          <p:cNvSpPr>
            <a:spLocks noGrp="1"/>
          </p:cNvSpPr>
          <p:nvPr>
            <p:ph type="sldNum" idx="44"/>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705EBDA4-88CA-4C03-8E70-2A2CC589CCA8}"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
        <p:nvSpPr>
          <p:cNvPr id="310" name="Rectángulo 3"/>
          <p:cNvSpPr/>
          <p:nvPr/>
        </p:nvSpPr>
        <p:spPr>
          <a:xfrm>
            <a:off x="551520" y="2234160"/>
            <a:ext cx="10944000" cy="2430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s-ES" sz="2800" b="1" u="none" strike="noStrike">
                <a:solidFill>
                  <a:schemeClr val="dk1">
                    <a:lumMod val="65000"/>
                    <a:lumOff val="35000"/>
                  </a:schemeClr>
                </a:solidFill>
                <a:effectLst/>
                <a:uFillTx/>
                <a:latin typeface="Arial"/>
                <a:ea typeface="ＭＳ Ｐゴシック"/>
              </a:rPr>
              <a:t>¿Qué ocurre si se rechaza vuestra solicitud?</a:t>
            </a:r>
            <a:endParaRPr lang="es-ES" sz="2800" b="0" u="none" strike="noStrike">
              <a:solidFill>
                <a:srgbClr val="000000"/>
              </a:solidFill>
              <a:effectLst/>
              <a:uFillTx/>
              <a:latin typeface="Arial"/>
            </a:endParaRPr>
          </a:p>
          <a:p>
            <a:pPr defTabSz="457200">
              <a:lnSpc>
                <a:spcPct val="100000"/>
              </a:lnSpc>
            </a:pPr>
            <a:endParaRPr lang="es-ES" sz="2800" b="0" u="none" strike="noStrike">
              <a:solidFill>
                <a:srgbClr val="000000"/>
              </a:solidFill>
              <a:effectLst/>
              <a:uFillTx/>
              <a:latin typeface="Arial"/>
            </a:endParaRPr>
          </a:p>
          <a:p>
            <a:pPr marL="914400" lvl="1" indent="-457200" defTabSz="457200">
              <a:lnSpc>
                <a:spcPct val="100000"/>
              </a:lnSpc>
              <a:buClr>
                <a:srgbClr val="0b5e94"/>
              </a:buClr>
              <a:buFont typeface="Arial"/>
              <a:buChar char="•"/>
            </a:pPr>
            <a:r>
              <a:rPr lang="es-ES" sz="2400" b="0" u="none" strike="noStrike">
                <a:solidFill>
                  <a:srgbClr val="0098cd"/>
                </a:solidFill>
                <a:effectLst/>
                <a:uFillTx/>
                <a:latin typeface="Arial"/>
                <a:ea typeface="ＭＳ Ｐゴシック"/>
              </a:rPr>
              <a:t>Hay que enviar una </a:t>
            </a:r>
            <a:r>
              <a:rPr lang="es-ES" sz="2400" b="1" u="none" strike="noStrike">
                <a:solidFill>
                  <a:srgbClr val="0098cd"/>
                </a:solidFill>
                <a:effectLst/>
                <a:uFillTx/>
                <a:latin typeface="Arial"/>
                <a:ea typeface="ＭＳ Ｐゴシック"/>
              </a:rPr>
              <a:t>nueva solicitud</a:t>
            </a:r>
            <a:r>
              <a:rPr lang="es-ES" sz="2400" b="0" u="none" strike="noStrike">
                <a:solidFill>
                  <a:srgbClr val="0098cd"/>
                </a:solidFill>
                <a:effectLst/>
                <a:uFillTx/>
                <a:latin typeface="Arial"/>
                <a:ea typeface="ＭＳ Ｐゴシック"/>
              </a:rPr>
              <a:t> hasta que sea aceptada.</a:t>
            </a:r>
            <a:endParaRPr lang="es-ES" sz="2400" b="0" u="none" strike="noStrike">
              <a:solidFill>
                <a:srgbClr val="000000"/>
              </a:solidFill>
              <a:effectLst/>
              <a:uFillTx/>
              <a:latin typeface="Arial"/>
            </a:endParaRPr>
          </a:p>
          <a:p>
            <a:pPr defTabSz="457200">
              <a:lnSpc>
                <a:spcPct val="100000"/>
              </a:lnSpc>
            </a:pPr>
            <a:endParaRPr lang="es-ES" sz="2400" b="0" u="none" strike="noStrike">
              <a:solidFill>
                <a:srgbClr val="000000"/>
              </a:solidFill>
              <a:effectLst/>
              <a:uFillTx/>
              <a:latin typeface="Arial"/>
            </a:endParaRPr>
          </a:p>
          <a:p>
            <a:pPr marL="914400" lvl="1" indent="-457200" algn="just" defTabSz="457200">
              <a:lnSpc>
                <a:spcPct val="100000"/>
              </a:lnSpc>
              <a:buClr>
                <a:srgbClr val="0b5e94"/>
              </a:buClr>
              <a:buFont typeface="Arial"/>
              <a:buChar char="•"/>
            </a:pPr>
            <a:r>
              <a:rPr lang="es-ES" sz="2400" b="0" u="none" strike="noStrike">
                <a:solidFill>
                  <a:srgbClr val="0098cd"/>
                </a:solidFill>
                <a:effectLst/>
                <a:uFillTx/>
                <a:latin typeface="Arial"/>
                <a:ea typeface="ＭＳ Ｐゴシック"/>
              </a:rPr>
              <a:t>Si no se acepta ninguna, habrá </a:t>
            </a:r>
            <a:r>
              <a:rPr lang="es-ES" sz="2400" b="1" u="none" strike="noStrike">
                <a:solidFill>
                  <a:srgbClr val="0098cd"/>
                </a:solidFill>
                <a:effectLst/>
                <a:uFillTx/>
                <a:latin typeface="Arial"/>
                <a:ea typeface="ＭＳ Ｐゴシック"/>
              </a:rPr>
              <a:t>que buscar un centro de prácticas distinto al de tu puesto de trabajo habitual.</a:t>
            </a:r>
            <a:endParaRPr lang="es-ES" sz="2400" b="0" u="none" strike="noStrike">
              <a:solidFill>
                <a:srgbClr val="000000"/>
              </a:solidFill>
              <a:effectLst/>
              <a:uFillTx/>
              <a:latin typeface="Arial"/>
            </a:endParaRPr>
          </a:p>
        </p:txBody>
      </p:sp>
      <p:sp>
        <p:nvSpPr>
          <p:cNvPr id="311" name="Proceso alternativo 18"/>
          <p:cNvSpPr/>
          <p:nvPr/>
        </p:nvSpPr>
        <p:spPr>
          <a:xfrm>
            <a:off x="447120" y="304560"/>
            <a:ext cx="3775680" cy="305280"/>
          </a:xfrm>
          <a:prstGeom prst="flowChartAlternateProcess">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200" b="1" u="none" strike="noStrike">
                <a:solidFill>
                  <a:schemeClr val="lt1"/>
                </a:solidFill>
                <a:effectLst/>
                <a:uFillTx/>
                <a:latin typeface="Arial"/>
                <a:ea typeface="Arial"/>
              </a:rPr>
              <a:t>5. PRÁCTICAS EN EL CENTRO DE TRABAJO</a:t>
            </a:r>
            <a:endParaRPr lang="es-E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Elipse 3"/>
          <p:cNvSpPr/>
          <p:nvPr/>
        </p:nvSpPr>
        <p:spPr>
          <a:xfrm>
            <a:off x="4115520" y="772560"/>
            <a:ext cx="3959640" cy="4023360"/>
          </a:xfrm>
          <a:prstGeom prst="ellipse">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8000" b="1" u="none" strike="noStrike">
                <a:solidFill>
                  <a:schemeClr val="lt1"/>
                </a:solidFill>
                <a:effectLst/>
                <a:uFillTx/>
                <a:latin typeface="Arial"/>
                <a:ea typeface="Arial"/>
              </a:rPr>
              <a:t>6</a:t>
            </a:r>
            <a:endParaRPr lang="es-ES" sz="18000" b="0" u="none" strike="noStrike">
              <a:solidFill>
                <a:srgbClr val="ffffff"/>
              </a:solidFill>
              <a:effectLst/>
              <a:uFillTx/>
              <a:latin typeface="Arial"/>
            </a:endParaRPr>
          </a:p>
        </p:txBody>
      </p:sp>
      <p:sp>
        <p:nvSpPr>
          <p:cNvPr id="313" name="Rectangle 2"/>
          <p:cNvSpPr/>
          <p:nvPr/>
        </p:nvSpPr>
        <p:spPr>
          <a:xfrm>
            <a:off x="1523880" y="5373360"/>
            <a:ext cx="9142920" cy="522000"/>
          </a:xfrm>
          <a:prstGeom prst="rect">
            <a:avLst/>
          </a:prstGeom>
          <a:noFill/>
          <a:ln w="0">
            <a:noFill/>
          </a:ln>
        </p:spPr>
        <p:style>
          <a:lnRef idx="0"/>
          <a:fillRef idx="0"/>
          <a:effectRef idx="0"/>
          <a:fontRef idx="minor"/>
        </p:style>
        <p:txBody>
          <a:bodyPr lIns="45720" rIns="45720" tIns="45000" bIns="45000" anchor="t">
            <a:spAutoFit/>
          </a:bodyPr>
          <a:p>
            <a:pPr algn="ctr" defTabSz="457200">
              <a:lnSpc>
                <a:spcPct val="100000"/>
              </a:lnSpc>
            </a:pPr>
            <a:r>
              <a:rPr lang="es-ES_tradnl" sz="2800" b="1" u="none" strike="noStrike">
                <a:solidFill>
                  <a:srgbClr val="0098cd"/>
                </a:solidFill>
                <a:effectLst/>
                <a:uFillTx/>
                <a:latin typeface="Arial "/>
                <a:ea typeface="Arial"/>
              </a:rPr>
              <a:t>PREGUNTAS FRECUENTES</a:t>
            </a:r>
            <a:endParaRPr lang="es-ES" sz="2800" b="0" u="none" strike="noStrike">
              <a:solidFill>
                <a:srgbClr val="000000"/>
              </a:solidFill>
              <a:effectLst/>
              <a:uFillTx/>
              <a:latin typeface="Arial"/>
            </a:endParaRPr>
          </a:p>
        </p:txBody>
      </p:sp>
      <p:pic>
        <p:nvPicPr>
          <p:cNvPr id="314" name="Picture 5" descr="logoblanco.png"/>
          <p:cNvPicPr/>
          <p:nvPr/>
        </p:nvPicPr>
        <p:blipFill>
          <a:blip r:embed="rId1"/>
          <a:stretch/>
        </p:blipFill>
        <p:spPr>
          <a:xfrm>
            <a:off x="5246640" y="3795120"/>
            <a:ext cx="1697760" cy="605160"/>
          </a:xfrm>
          <a:prstGeom prst="rect">
            <a:avLst/>
          </a:prstGeom>
          <a:noFill/>
          <a:ln w="0">
            <a:noFill/>
          </a:ln>
          <a:effectLst>
            <a:outerShdw algn="tl" blurRad="291960" dir="2700000" dist="138479" rotWithShape="0">
              <a:srgbClr val="333333">
                <a:alpha val="65000"/>
              </a:srgbClr>
            </a:outerShdw>
          </a:effectLst>
        </p:spPr>
      </p:pic>
      <p:sp>
        <p:nvSpPr>
          <p:cNvPr id="315" name="PlaceHolder 1"/>
          <p:cNvSpPr>
            <a:spLocks noGrp="1"/>
          </p:cNvSpPr>
          <p:nvPr>
            <p:ph type="sldNum" idx="45"/>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CFFACEE2-7F9D-45EC-ABEA-8D9AC97C7600}"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16" name="Imagen 4" descr="Interfaz de usuario gráfica, Texto, Aplicación, Correo electrónico&#10;&#10;Descripción generada automáticamente"/>
          <p:cNvPicPr/>
          <p:nvPr/>
        </p:nvPicPr>
        <p:blipFill>
          <a:blip r:embed="rId1"/>
          <a:stretch/>
        </p:blipFill>
        <p:spPr>
          <a:xfrm>
            <a:off x="130680" y="729000"/>
            <a:ext cx="11930040" cy="5398920"/>
          </a:xfrm>
          <a:prstGeom prst="rect">
            <a:avLst/>
          </a:prstGeom>
          <a:noFill/>
          <a:ln w="0">
            <a:noFill/>
          </a:ln>
        </p:spPr>
      </p:pic>
      <p:sp>
        <p:nvSpPr>
          <p:cNvPr id="317" name="PlaceHolder 1"/>
          <p:cNvSpPr>
            <a:spLocks noGrp="1"/>
          </p:cNvSpPr>
          <p:nvPr>
            <p:ph type="sldNum" idx="46"/>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18F15E39-2DFB-4615-AF82-C1D347571454}"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
        <p:nvSpPr>
          <p:cNvPr id="318" name="Proceso alternativo 18"/>
          <p:cNvSpPr/>
          <p:nvPr/>
        </p:nvSpPr>
        <p:spPr>
          <a:xfrm>
            <a:off x="447120" y="304560"/>
            <a:ext cx="2623680" cy="305280"/>
          </a:xfrm>
          <a:prstGeom prst="flowChartAlternateProcess">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200" b="1" u="none" strike="noStrike">
                <a:solidFill>
                  <a:schemeClr val="lt1"/>
                </a:solidFill>
                <a:effectLst/>
                <a:uFillTx/>
                <a:latin typeface="Arial"/>
                <a:ea typeface="Arial"/>
              </a:rPr>
              <a:t>6. PREGUNTAS FRECUENTES</a:t>
            </a:r>
            <a:endParaRPr lang="es-ES" sz="1200" b="0" u="none" strike="noStrike">
              <a:solidFill>
                <a:srgbClr val="ffffff"/>
              </a:solidFill>
              <a:effectLst/>
              <a:uFillTx/>
              <a:latin typeface="Arial"/>
            </a:endParaRPr>
          </a:p>
        </p:txBody>
      </p:sp>
      <p:sp>
        <p:nvSpPr>
          <p:cNvPr id="319" name="Rectángulo redondeado 5"/>
          <p:cNvSpPr/>
          <p:nvPr/>
        </p:nvSpPr>
        <p:spPr>
          <a:xfrm>
            <a:off x="138600" y="1196640"/>
            <a:ext cx="1491840" cy="286920"/>
          </a:xfrm>
          <a:prstGeom prst="roundRect">
            <a:avLst>
              <a:gd name="adj" fmla="val 34982"/>
            </a:avLst>
          </a:prstGeom>
          <a:noFill/>
          <a:ln w="44450">
            <a:solidFill>
              <a:srgbClr val="ff0000"/>
            </a:solidFill>
            <a:bevel/>
          </a:ln>
        </p:spPr>
        <p:style>
          <a:lnRef idx="0"/>
          <a:fillRef idx="0"/>
          <a:effectRef idx="0"/>
          <a:fontRef idx="minor"/>
        </p:style>
        <p:txBody>
          <a:bodyPr numCol="1" spcCol="0" lIns="45720" rIns="45720" tIns="45000" bIns="45000" anchor="ctr">
            <a:spAutoFit/>
          </a:bodyPr>
          <a:p>
            <a:pPr defTabSz="457200">
              <a:lnSpc>
                <a:spcPct val="100000"/>
              </a:lnSpc>
              <a:tabLst>
                <a:tab algn="l" pos="0"/>
              </a:tabLst>
            </a:pPr>
            <a:endParaRPr lang="es-ES" sz="1800" b="0" u="none" strike="noStrike">
              <a:solidFill>
                <a:srgbClr val="535353"/>
              </a:solidFill>
              <a:effectLst/>
              <a:uFillTx/>
              <a:latin typeface="Arial"/>
              <a:ea typeface="Arial"/>
            </a:endParaRPr>
          </a:p>
        </p:txBody>
      </p:sp>
      <p:sp>
        <p:nvSpPr>
          <p:cNvPr id="320" name="Rectángulo redondeado 6"/>
          <p:cNvSpPr/>
          <p:nvPr/>
        </p:nvSpPr>
        <p:spPr>
          <a:xfrm>
            <a:off x="1943280" y="1340640"/>
            <a:ext cx="3467520" cy="277200"/>
          </a:xfrm>
          <a:prstGeom prst="roundRect">
            <a:avLst>
              <a:gd name="adj" fmla="val 34982"/>
            </a:avLst>
          </a:prstGeom>
          <a:noFill/>
          <a:ln w="44450">
            <a:solidFill>
              <a:srgbClr val="ff0000"/>
            </a:solidFill>
            <a:bevel/>
          </a:ln>
        </p:spPr>
        <p:style>
          <a:lnRef idx="0"/>
          <a:fillRef idx="0"/>
          <a:effectRef idx="0"/>
          <a:fontRef idx="minor"/>
        </p:style>
        <p:txBody>
          <a:bodyPr numCol="1" spcCol="0" lIns="45720" rIns="45720" tIns="45000" bIns="45000" anchor="ctr">
            <a:spAutoFit/>
          </a:bodyPr>
          <a:p>
            <a:pPr defTabSz="457200">
              <a:lnSpc>
                <a:spcPct val="100000"/>
              </a:lnSpc>
              <a:tabLst>
                <a:tab algn="l" pos="0"/>
              </a:tabLst>
            </a:pPr>
            <a:endParaRPr lang="es-ES" sz="1800" b="0" u="none" strike="noStrike">
              <a:solidFill>
                <a:srgbClr val="535353"/>
              </a:solidFill>
              <a:effectLst/>
              <a:uFillTx/>
              <a:latin typeface="Arial"/>
              <a:ea typeface="Arial"/>
            </a:endParaRPr>
          </a:p>
        </p:txBody>
      </p:sp>
      <p:cxnSp>
        <p:nvCxnSpPr>
          <p:cNvPr id="321" name="Conector recto 9"/>
          <p:cNvCxnSpPr/>
          <p:nvPr/>
        </p:nvCxnSpPr>
        <p:spPr>
          <a:xfrm>
            <a:off x="2044800" y="2060640"/>
            <a:ext cx="1081440" cy="1080"/>
          </a:xfrm>
          <a:prstGeom prst="straightConnector1">
            <a:avLst/>
          </a:prstGeom>
          <a:ln w="44450">
            <a:solidFill>
              <a:srgbClr val="ff0000"/>
            </a:solidFill>
            <a:bevel/>
          </a:ln>
        </p:spPr>
      </p:cxnSp>
      <p:cxnSp>
        <p:nvCxnSpPr>
          <p:cNvPr id="322" name="Conector recto 11"/>
          <p:cNvCxnSpPr/>
          <p:nvPr/>
        </p:nvCxnSpPr>
        <p:spPr>
          <a:xfrm>
            <a:off x="4799520" y="2060640"/>
            <a:ext cx="1369440" cy="1080"/>
          </a:xfrm>
          <a:prstGeom prst="straightConnector1">
            <a:avLst/>
          </a:prstGeom>
          <a:ln w="44450">
            <a:solidFill>
              <a:srgbClr val="ff0000"/>
            </a:solidFill>
            <a:bevel/>
          </a:ln>
        </p:spPr>
      </p:cxnSp>
      <p:cxnSp>
        <p:nvCxnSpPr>
          <p:cNvPr id="323" name="Conector recto 12"/>
          <p:cNvCxnSpPr/>
          <p:nvPr/>
        </p:nvCxnSpPr>
        <p:spPr>
          <a:xfrm>
            <a:off x="3313440" y="2060640"/>
            <a:ext cx="1302120" cy="1080"/>
          </a:xfrm>
          <a:prstGeom prst="straightConnector1">
            <a:avLst/>
          </a:prstGeom>
          <a:ln w="44450">
            <a:solidFill>
              <a:srgbClr val="ff0000"/>
            </a:solidFill>
            <a:bevel/>
          </a:ln>
        </p:spPr>
      </p:cxn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 name="1 Marcador de contenido"/>
          <p:cNvSpPr/>
          <p:nvPr/>
        </p:nvSpPr>
        <p:spPr>
          <a:xfrm>
            <a:off x="335520" y="1384200"/>
            <a:ext cx="11524320" cy="4752000"/>
          </a:xfrm>
          <a:prstGeom prst="rect">
            <a:avLst/>
          </a:prstGeom>
          <a:noFill/>
          <a:ln w="0">
            <a:noFill/>
          </a:ln>
        </p:spPr>
        <p:style>
          <a:lnRef idx="0"/>
          <a:fillRef idx="0"/>
          <a:effectRef idx="0"/>
          <a:fontRef idx="minor"/>
        </p:style>
        <p:txBody>
          <a:bodyPr lIns="90000" rIns="90000" tIns="45000" bIns="45000" anchor="t">
            <a:noAutofit/>
          </a:bodyPr>
          <a:p>
            <a:pPr algn="ctr" defTabSz="457200">
              <a:lnSpc>
                <a:spcPct val="100000"/>
              </a:lnSpc>
              <a:spcBef>
                <a:spcPts val="400"/>
              </a:spcBef>
              <a:tabLst>
                <a:tab algn="l" pos="0"/>
              </a:tabLst>
            </a:pPr>
            <a:endParaRPr lang="es-ES" sz="2000" b="0" u="none" strike="noStrike">
              <a:solidFill>
                <a:srgbClr val="000000"/>
              </a:solidFill>
              <a:effectLst/>
              <a:uFillTx/>
              <a:latin typeface="Arial"/>
            </a:endParaRPr>
          </a:p>
          <a:p>
            <a:pPr algn="ctr" defTabSz="457200">
              <a:lnSpc>
                <a:spcPct val="100000"/>
              </a:lnSpc>
              <a:spcBef>
                <a:spcPts val="400"/>
              </a:spcBef>
              <a:tabLst>
                <a:tab algn="l" pos="0"/>
              </a:tabLst>
            </a:pPr>
            <a:endParaRPr lang="es-ES" sz="2000" b="0" u="none" strike="noStrike">
              <a:solidFill>
                <a:srgbClr val="000000"/>
              </a:solidFill>
              <a:effectLst/>
              <a:uFillTx/>
              <a:latin typeface="Arial"/>
            </a:endParaRPr>
          </a:p>
          <a:p>
            <a:pPr algn="ctr" defTabSz="457200">
              <a:lnSpc>
                <a:spcPct val="100000"/>
              </a:lnSpc>
              <a:spcBef>
                <a:spcPts val="400"/>
              </a:spcBef>
              <a:tabLst>
                <a:tab algn="l" pos="0"/>
              </a:tabLst>
            </a:pPr>
            <a:r>
              <a:rPr lang="es-ES" sz="2000" b="1" u="none" strike="noStrike">
                <a:solidFill>
                  <a:schemeClr val="accent1">
                    <a:lumMod val="75000"/>
                  </a:schemeClr>
                </a:solidFill>
                <a:effectLst/>
                <a:uFillTx/>
                <a:latin typeface="Calibri"/>
                <a:ea typeface="ＭＳ Ｐゴシック"/>
              </a:rPr>
              <a:t>¿Cuántas horas voy a tener que hacer de trabajo directo para la empresa?</a:t>
            </a:r>
            <a:endParaRPr lang="es-ES" sz="2000" b="0" u="none" strike="noStrike">
              <a:solidFill>
                <a:srgbClr val="000000"/>
              </a:solidFill>
              <a:effectLst/>
              <a:uFillTx/>
              <a:latin typeface="Arial"/>
            </a:endParaRPr>
          </a:p>
          <a:p>
            <a:pPr algn="ctr" defTabSz="457200">
              <a:lnSpc>
                <a:spcPct val="100000"/>
              </a:lnSpc>
              <a:spcBef>
                <a:spcPts val="400"/>
              </a:spcBef>
              <a:tabLst>
                <a:tab algn="l" pos="0"/>
              </a:tabLst>
            </a:pPr>
            <a:r>
              <a:rPr lang="es-ES" sz="1800" b="1" u="none" strike="noStrike">
                <a:solidFill>
                  <a:schemeClr val="dk1">
                    <a:lumMod val="65000"/>
                    <a:lumOff val="35000"/>
                  </a:schemeClr>
                </a:solidFill>
                <a:effectLst/>
                <a:uFillTx/>
                <a:latin typeface="Arial"/>
                <a:ea typeface="ＭＳ Ｐゴシック"/>
              </a:rPr>
              <a:t>126h de trabajo más elaboración de informes, tutorías, etc.</a:t>
            </a:r>
            <a:endParaRPr lang="es-ES" sz="1800" b="0" u="none" strike="noStrike">
              <a:solidFill>
                <a:srgbClr val="000000"/>
              </a:solidFill>
              <a:effectLst/>
              <a:uFillTx/>
              <a:latin typeface="Arial"/>
            </a:endParaRPr>
          </a:p>
          <a:p>
            <a:pPr algn="ctr" defTabSz="457200">
              <a:lnSpc>
                <a:spcPct val="100000"/>
              </a:lnSpc>
              <a:spcBef>
                <a:spcPts val="400"/>
              </a:spcBef>
              <a:tabLst>
                <a:tab algn="l" pos="0"/>
              </a:tabLst>
            </a:pPr>
            <a:endParaRPr lang="es-ES" sz="2000" b="0" u="none" strike="noStrike">
              <a:solidFill>
                <a:srgbClr val="000000"/>
              </a:solidFill>
              <a:effectLst/>
              <a:uFillTx/>
              <a:latin typeface="Arial"/>
            </a:endParaRPr>
          </a:p>
          <a:p>
            <a:pPr algn="ctr" defTabSz="457200">
              <a:lnSpc>
                <a:spcPct val="100000"/>
              </a:lnSpc>
              <a:spcBef>
                <a:spcPts val="400"/>
              </a:spcBef>
              <a:tabLst>
                <a:tab algn="l" pos="0"/>
              </a:tabLst>
            </a:pPr>
            <a:r>
              <a:rPr lang="es-ES" sz="2000" b="1" u="none" strike="noStrike">
                <a:solidFill>
                  <a:schemeClr val="accent1">
                    <a:lumMod val="75000"/>
                  </a:schemeClr>
                </a:solidFill>
                <a:effectLst/>
                <a:uFillTx/>
                <a:latin typeface="Calibri"/>
                <a:ea typeface="ＭＳ Ｐゴシック"/>
              </a:rPr>
              <a:t>¿Puedo trabajar más horas?</a:t>
            </a:r>
            <a:endParaRPr lang="es-ES" sz="2000" b="0" u="none" strike="noStrike">
              <a:solidFill>
                <a:srgbClr val="000000"/>
              </a:solidFill>
              <a:effectLst/>
              <a:uFillTx/>
              <a:latin typeface="Arial"/>
            </a:endParaRPr>
          </a:p>
          <a:p>
            <a:pPr algn="ctr" defTabSz="457200">
              <a:lnSpc>
                <a:spcPct val="100000"/>
              </a:lnSpc>
              <a:spcBef>
                <a:spcPts val="400"/>
              </a:spcBef>
              <a:tabLst>
                <a:tab algn="l" pos="0"/>
              </a:tabLst>
            </a:pPr>
            <a:r>
              <a:rPr lang="es-ES" sz="1800" b="1" u="none" strike="noStrike">
                <a:solidFill>
                  <a:schemeClr val="dk1">
                    <a:lumMod val="65000"/>
                    <a:lumOff val="35000"/>
                  </a:schemeClr>
                </a:solidFill>
                <a:effectLst/>
                <a:uFillTx/>
                <a:latin typeface="Arial"/>
                <a:ea typeface="ＭＳ Ｐゴシック"/>
              </a:rPr>
              <a:t>Sí, existe la opción de curriculares + extracurriculares y a las empresas les suele interesar mucho.</a:t>
            </a:r>
            <a:endParaRPr lang="es-ES" sz="1800" b="0" u="none" strike="noStrike">
              <a:solidFill>
                <a:srgbClr val="000000"/>
              </a:solidFill>
              <a:effectLst/>
              <a:uFillTx/>
              <a:latin typeface="Arial"/>
            </a:endParaRPr>
          </a:p>
          <a:p>
            <a:pPr algn="ctr" defTabSz="457200">
              <a:lnSpc>
                <a:spcPct val="100000"/>
              </a:lnSpc>
              <a:spcBef>
                <a:spcPts val="400"/>
              </a:spcBef>
              <a:tabLst>
                <a:tab algn="l" pos="0"/>
              </a:tabLst>
            </a:pPr>
            <a:r>
              <a:rPr lang="es-ES" sz="1800" b="1" u="none" strike="noStrike">
                <a:solidFill>
                  <a:schemeClr val="dk1">
                    <a:lumMod val="65000"/>
                    <a:lumOff val="35000"/>
                  </a:schemeClr>
                </a:solidFill>
                <a:effectLst/>
                <a:uFillTx/>
                <a:latin typeface="Arial"/>
                <a:ea typeface="ＭＳ Ｐゴシック"/>
              </a:rPr>
              <a:t>Si por tu situación profesional y personal puedes, habrá más empresas interesadas en trabajar contigo.</a:t>
            </a:r>
            <a:endParaRPr lang="es-ES" sz="1800" b="0" u="none" strike="noStrike">
              <a:solidFill>
                <a:srgbClr val="000000"/>
              </a:solidFill>
              <a:effectLst/>
              <a:uFillTx/>
              <a:latin typeface="Arial"/>
            </a:endParaRPr>
          </a:p>
          <a:p>
            <a:pPr algn="ctr" defTabSz="457200">
              <a:lnSpc>
                <a:spcPct val="100000"/>
              </a:lnSpc>
              <a:spcBef>
                <a:spcPts val="400"/>
              </a:spcBef>
              <a:tabLst>
                <a:tab algn="l" pos="0"/>
              </a:tabLst>
            </a:pPr>
            <a:endParaRPr lang="es-ES" sz="1800" b="0" u="none" strike="noStrike">
              <a:solidFill>
                <a:srgbClr val="000000"/>
              </a:solidFill>
              <a:effectLst/>
              <a:uFillTx/>
              <a:latin typeface="Arial"/>
            </a:endParaRPr>
          </a:p>
          <a:p>
            <a:pPr algn="ctr" defTabSz="457200">
              <a:lnSpc>
                <a:spcPct val="100000"/>
              </a:lnSpc>
              <a:tabLst>
                <a:tab algn="l" pos="0"/>
              </a:tabLst>
            </a:pPr>
            <a:r>
              <a:rPr lang="es-ES" sz="2200" b="1" u="none" strike="noStrike">
                <a:solidFill>
                  <a:srgbClr val="0b5e94"/>
                </a:solidFill>
                <a:effectLst/>
                <a:uFillTx/>
                <a:latin typeface="Calibri"/>
                <a:ea typeface="ＭＳ Ｐゴシック"/>
              </a:rPr>
              <a:t>¿Se puede ver un listado de empresas que tienen convenio con UNIR?</a:t>
            </a:r>
            <a:endParaRPr lang="es-ES" sz="2200" b="0" u="none" strike="noStrike">
              <a:solidFill>
                <a:srgbClr val="000000"/>
              </a:solidFill>
              <a:effectLst/>
              <a:uFillTx/>
              <a:latin typeface="Arial"/>
            </a:endParaRPr>
          </a:p>
          <a:p>
            <a:pPr algn="ctr" defTabSz="457200">
              <a:lnSpc>
                <a:spcPct val="100000"/>
              </a:lnSpc>
              <a:tabLst>
                <a:tab algn="l" pos="0"/>
              </a:tabLst>
            </a:pPr>
            <a:r>
              <a:rPr lang="es-ES" sz="1800" b="1" u="none" strike="noStrike">
                <a:solidFill>
                  <a:srgbClr val="8f8f8f"/>
                </a:solidFill>
                <a:effectLst/>
                <a:uFillTx/>
                <a:latin typeface="Arial"/>
                <a:ea typeface="ＭＳ Ｐゴシック"/>
              </a:rPr>
              <a:t>Sí, en el Portal de Empleo y Prácticas de la UNIR (empleoypracticas.unir.net). Veréis un enlace en la barra de menú para consultar dichas empresas. ¡ATENCIÓN!, estos convenios no son vinculantes para elegir libremente la empresa en la que se desean realizar las prácticas.</a:t>
            </a:r>
            <a:endParaRPr lang="es-ES" sz="1800" b="0" u="none" strike="noStrike">
              <a:solidFill>
                <a:srgbClr val="000000"/>
              </a:solidFill>
              <a:effectLst/>
              <a:uFillTx/>
              <a:latin typeface="Arial"/>
            </a:endParaRPr>
          </a:p>
          <a:p>
            <a:pPr algn="ctr" defTabSz="457200">
              <a:lnSpc>
                <a:spcPct val="100000"/>
              </a:lnSpc>
              <a:spcBef>
                <a:spcPts val="400"/>
              </a:spcBef>
              <a:tabLst>
                <a:tab algn="l" pos="0"/>
              </a:tabLst>
            </a:pPr>
            <a:endParaRPr lang="es-ES" sz="1800" b="0" u="none" strike="noStrike">
              <a:solidFill>
                <a:srgbClr val="000000"/>
              </a:solidFill>
              <a:effectLst/>
              <a:uFillTx/>
              <a:latin typeface="Arial"/>
            </a:endParaRPr>
          </a:p>
        </p:txBody>
      </p:sp>
      <p:sp>
        <p:nvSpPr>
          <p:cNvPr id="325" name="PlaceHolder 1"/>
          <p:cNvSpPr>
            <a:spLocks noGrp="1"/>
          </p:cNvSpPr>
          <p:nvPr>
            <p:ph type="sldNum" idx="47"/>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3D425F51-FBE0-481F-881C-DB6109559818}"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
        <p:nvSpPr>
          <p:cNvPr id="326" name="Proceso alternativo 18"/>
          <p:cNvSpPr/>
          <p:nvPr/>
        </p:nvSpPr>
        <p:spPr>
          <a:xfrm>
            <a:off x="447120" y="304560"/>
            <a:ext cx="2623680" cy="305280"/>
          </a:xfrm>
          <a:prstGeom prst="flowChartAlternateProcess">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200" b="1" u="none" strike="noStrike">
                <a:solidFill>
                  <a:schemeClr val="lt1"/>
                </a:solidFill>
                <a:effectLst/>
                <a:uFillTx/>
                <a:latin typeface="Arial"/>
                <a:ea typeface="Arial"/>
              </a:rPr>
              <a:t>6. PREGUNTAS FRECUENTES</a:t>
            </a:r>
            <a:endParaRPr lang="es-E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 name="1 Marcador de contenido"/>
          <p:cNvSpPr/>
          <p:nvPr/>
        </p:nvSpPr>
        <p:spPr>
          <a:xfrm>
            <a:off x="335520" y="1384200"/>
            <a:ext cx="11524320" cy="4752000"/>
          </a:xfrm>
          <a:prstGeom prst="rect">
            <a:avLst/>
          </a:prstGeom>
          <a:noFill/>
          <a:ln w="0">
            <a:noFill/>
          </a:ln>
        </p:spPr>
        <p:style>
          <a:lnRef idx="0"/>
          <a:fillRef idx="0"/>
          <a:effectRef idx="0"/>
          <a:fontRef idx="minor"/>
        </p:style>
        <p:txBody>
          <a:bodyPr lIns="90000" rIns="90000" tIns="45000" bIns="45000" anchor="t">
            <a:noAutofit/>
          </a:bodyPr>
          <a:p>
            <a:pPr algn="ctr" defTabSz="457200">
              <a:lnSpc>
                <a:spcPct val="100000"/>
              </a:lnSpc>
              <a:spcBef>
                <a:spcPts val="400"/>
              </a:spcBef>
              <a:tabLst>
                <a:tab algn="l" pos="0"/>
              </a:tabLst>
            </a:pPr>
            <a:endParaRPr lang="es-ES" sz="2200" b="0" u="none" strike="noStrike">
              <a:solidFill>
                <a:srgbClr val="000000"/>
              </a:solidFill>
              <a:effectLst/>
              <a:uFillTx/>
              <a:latin typeface="Arial"/>
            </a:endParaRPr>
          </a:p>
          <a:p>
            <a:pPr algn="ctr" defTabSz="457200">
              <a:lnSpc>
                <a:spcPct val="100000"/>
              </a:lnSpc>
              <a:spcBef>
                <a:spcPts val="400"/>
              </a:spcBef>
              <a:tabLst>
                <a:tab algn="l" pos="0"/>
              </a:tabLst>
            </a:pPr>
            <a:r>
              <a:rPr lang="es-ES" sz="2200" b="1" u="none" strike="noStrike">
                <a:solidFill>
                  <a:schemeClr val="accent1">
                    <a:lumMod val="75000"/>
                  </a:schemeClr>
                </a:solidFill>
                <a:effectLst/>
                <a:uFillTx/>
                <a:latin typeface="Calibri"/>
                <a:ea typeface="ＭＳ Ｐゴシック"/>
              </a:rPr>
              <a:t>¿Las prácticas son remuneradas?</a:t>
            </a:r>
            <a:endParaRPr lang="es-ES" sz="2200" b="0" u="none" strike="noStrike">
              <a:solidFill>
                <a:srgbClr val="000000"/>
              </a:solidFill>
              <a:effectLst/>
              <a:uFillTx/>
              <a:latin typeface="Arial"/>
            </a:endParaRPr>
          </a:p>
          <a:p>
            <a:pPr algn="ctr" defTabSz="457200">
              <a:lnSpc>
                <a:spcPct val="100000"/>
              </a:lnSpc>
              <a:spcBef>
                <a:spcPts val="400"/>
              </a:spcBef>
              <a:tabLst>
                <a:tab algn="l" pos="0"/>
              </a:tabLst>
            </a:pPr>
            <a:r>
              <a:rPr lang="es-ES" sz="1800" b="1" u="none" strike="noStrike">
                <a:solidFill>
                  <a:schemeClr val="dk1">
                    <a:lumMod val="65000"/>
                    <a:lumOff val="35000"/>
                  </a:schemeClr>
                </a:solidFill>
                <a:effectLst/>
                <a:uFillTx/>
                <a:latin typeface="Arial"/>
                <a:ea typeface="ＭＳ Ｐゴシック"/>
              </a:rPr>
              <a:t>Las prácticas, por lo general, no tienen remuneración. Será a voluntad de la empresa si desea remunerar, de alguna manera, al alumno que desarrolla las prácticas</a:t>
            </a:r>
            <a:endParaRPr lang="es-ES" sz="1800" b="0" u="none" strike="noStrike">
              <a:solidFill>
                <a:srgbClr val="000000"/>
              </a:solidFill>
              <a:effectLst/>
              <a:uFillTx/>
              <a:latin typeface="Arial"/>
            </a:endParaRPr>
          </a:p>
          <a:p>
            <a:pPr algn="ctr" defTabSz="457200">
              <a:lnSpc>
                <a:spcPct val="100000"/>
              </a:lnSpc>
              <a:spcBef>
                <a:spcPts val="400"/>
              </a:spcBef>
              <a:tabLst>
                <a:tab algn="l" pos="0"/>
              </a:tabLst>
            </a:pPr>
            <a:endParaRPr lang="es-ES" sz="2200" b="0" u="none" strike="noStrike">
              <a:solidFill>
                <a:srgbClr val="000000"/>
              </a:solidFill>
              <a:effectLst/>
              <a:uFillTx/>
              <a:latin typeface="Arial"/>
            </a:endParaRPr>
          </a:p>
          <a:p>
            <a:pPr algn="ctr" defTabSz="457200">
              <a:lnSpc>
                <a:spcPct val="100000"/>
              </a:lnSpc>
              <a:spcBef>
                <a:spcPts val="400"/>
              </a:spcBef>
              <a:tabLst>
                <a:tab algn="l" pos="0"/>
              </a:tabLst>
            </a:pPr>
            <a:r>
              <a:rPr lang="es-ES" sz="2200" b="1" u="none" strike="noStrike">
                <a:solidFill>
                  <a:schemeClr val="accent1">
                    <a:lumMod val="75000"/>
                  </a:schemeClr>
                </a:solidFill>
                <a:effectLst/>
                <a:uFillTx/>
                <a:latin typeface="Calibri"/>
                <a:ea typeface="ＭＳ Ｐゴシック"/>
              </a:rPr>
              <a:t>¿Podría pedir desarrollar las prácticas en España siendo de otro país?</a:t>
            </a:r>
            <a:endParaRPr lang="es-ES" sz="2200" b="0" u="none" strike="noStrike">
              <a:solidFill>
                <a:srgbClr val="000000"/>
              </a:solidFill>
              <a:effectLst/>
              <a:uFillTx/>
              <a:latin typeface="Arial"/>
            </a:endParaRPr>
          </a:p>
          <a:p>
            <a:pPr algn="ctr" defTabSz="457200">
              <a:lnSpc>
                <a:spcPct val="100000"/>
              </a:lnSpc>
              <a:spcBef>
                <a:spcPts val="400"/>
              </a:spcBef>
              <a:tabLst>
                <a:tab algn="l" pos="0"/>
              </a:tabLst>
            </a:pPr>
            <a:r>
              <a:rPr lang="es-ES" sz="1800" b="1" u="none" strike="noStrike">
                <a:solidFill>
                  <a:schemeClr val="dk1">
                    <a:lumMod val="65000"/>
                    <a:lumOff val="35000"/>
                  </a:schemeClr>
                </a:solidFill>
                <a:effectLst/>
                <a:uFillTx/>
                <a:latin typeface="Arial"/>
                <a:ea typeface="ＭＳ Ｐゴシック"/>
              </a:rPr>
              <a:t>Por la actual legislación migratoria (solicitud de visado) y laboral (solicitud de NIE, NUSS) en España, el proceso puede alargarse más de 6 meses.</a:t>
            </a:r>
            <a:endParaRPr lang="es-ES" sz="1800" b="0" u="none" strike="noStrike">
              <a:solidFill>
                <a:srgbClr val="000000"/>
              </a:solidFill>
              <a:effectLst/>
              <a:uFillTx/>
              <a:latin typeface="Arial"/>
            </a:endParaRPr>
          </a:p>
          <a:p>
            <a:pPr algn="ctr" defTabSz="457200">
              <a:lnSpc>
                <a:spcPct val="100000"/>
              </a:lnSpc>
              <a:spcBef>
                <a:spcPts val="400"/>
              </a:spcBef>
              <a:tabLst>
                <a:tab algn="l" pos="0"/>
              </a:tabLst>
            </a:pPr>
            <a:r>
              <a:rPr lang="es-ES" sz="1800" b="1" u="none" strike="noStrike">
                <a:solidFill>
                  <a:schemeClr val="dk1">
                    <a:lumMod val="65000"/>
                    <a:lumOff val="35000"/>
                  </a:schemeClr>
                </a:solidFill>
                <a:effectLst/>
                <a:uFillTx/>
                <a:latin typeface="Arial"/>
                <a:ea typeface="ＭＳ Ｐゴシック"/>
              </a:rPr>
              <a:t>Por este motivo UNIR ha tomado la decisión de NO ofrecer esta posibilidad a los estudiantes.</a:t>
            </a:r>
            <a:endParaRPr lang="es-ES" sz="1800" b="0" u="none" strike="noStrike">
              <a:solidFill>
                <a:srgbClr val="000000"/>
              </a:solidFill>
              <a:effectLst/>
              <a:uFillTx/>
              <a:latin typeface="Arial"/>
            </a:endParaRPr>
          </a:p>
          <a:p>
            <a:pPr algn="ctr" defTabSz="457200">
              <a:lnSpc>
                <a:spcPct val="100000"/>
              </a:lnSpc>
              <a:spcBef>
                <a:spcPts val="400"/>
              </a:spcBef>
              <a:tabLst>
                <a:tab algn="l" pos="0"/>
              </a:tabLst>
            </a:pPr>
            <a:endParaRPr lang="es-ES" sz="1800" b="0" u="none" strike="noStrike">
              <a:solidFill>
                <a:srgbClr val="000000"/>
              </a:solidFill>
              <a:effectLst/>
              <a:uFillTx/>
              <a:latin typeface="Arial"/>
            </a:endParaRPr>
          </a:p>
          <a:p>
            <a:pPr algn="ctr" defTabSz="457200">
              <a:lnSpc>
                <a:spcPct val="100000"/>
              </a:lnSpc>
              <a:spcBef>
                <a:spcPts val="400"/>
              </a:spcBef>
              <a:tabLst>
                <a:tab algn="l" pos="0"/>
              </a:tabLst>
            </a:pPr>
            <a:r>
              <a:rPr lang="es-ES" sz="2200" b="1" u="none" strike="noStrike">
                <a:solidFill>
                  <a:schemeClr val="accent1">
                    <a:lumMod val="75000"/>
                  </a:schemeClr>
                </a:solidFill>
                <a:effectLst/>
                <a:uFillTx/>
                <a:latin typeface="Calibri"/>
                <a:ea typeface="ＭＳ Ｐゴシック"/>
              </a:rPr>
              <a:t>¿Es necesario que el centro de prácticas sea una empresa mercantil?</a:t>
            </a:r>
            <a:endParaRPr lang="es-ES" sz="2200" b="0" u="none" strike="noStrike">
              <a:solidFill>
                <a:srgbClr val="000000"/>
              </a:solidFill>
              <a:effectLst/>
              <a:uFillTx/>
              <a:latin typeface="Arial"/>
            </a:endParaRPr>
          </a:p>
          <a:p>
            <a:pPr algn="ctr" defTabSz="457200">
              <a:lnSpc>
                <a:spcPct val="100000"/>
              </a:lnSpc>
              <a:spcBef>
                <a:spcPts val="400"/>
              </a:spcBef>
              <a:tabLst>
                <a:tab algn="l" pos="0"/>
              </a:tabLst>
            </a:pPr>
            <a:r>
              <a:rPr lang="es-ES" sz="1800" b="1" u="none" strike="noStrike">
                <a:solidFill>
                  <a:schemeClr val="dk1">
                    <a:lumMod val="65000"/>
                    <a:lumOff val="35000"/>
                  </a:schemeClr>
                </a:solidFill>
                <a:effectLst/>
                <a:uFillTx/>
                <a:latin typeface="Arial"/>
                <a:ea typeface="ＭＳ Ｐゴシック"/>
              </a:rPr>
              <a:t>No, también se considera empresario a un autónomo. Pero esta persona deberá ser experta en la temática del máster para que pueda ejercer como tutor empresarial.</a:t>
            </a:r>
            <a:endParaRPr lang="es-ES" sz="1800" b="0" u="none" strike="noStrike">
              <a:solidFill>
                <a:srgbClr val="000000"/>
              </a:solidFill>
              <a:effectLst/>
              <a:uFillTx/>
              <a:latin typeface="Arial"/>
            </a:endParaRPr>
          </a:p>
          <a:p>
            <a:pPr algn="ctr" defTabSz="457200">
              <a:lnSpc>
                <a:spcPct val="100000"/>
              </a:lnSpc>
              <a:spcBef>
                <a:spcPts val="400"/>
              </a:spcBef>
              <a:tabLst>
                <a:tab algn="l" pos="0"/>
              </a:tabLst>
            </a:pPr>
            <a:endParaRPr lang="es-ES" sz="1800" b="0" u="none" strike="noStrike">
              <a:solidFill>
                <a:srgbClr val="000000"/>
              </a:solidFill>
              <a:effectLst/>
              <a:uFillTx/>
              <a:latin typeface="Arial"/>
            </a:endParaRPr>
          </a:p>
          <a:p>
            <a:pPr algn="ctr" defTabSz="457200">
              <a:lnSpc>
                <a:spcPct val="100000"/>
              </a:lnSpc>
              <a:spcBef>
                <a:spcPts val="400"/>
              </a:spcBef>
              <a:tabLst>
                <a:tab algn="l" pos="0"/>
              </a:tabLst>
            </a:pPr>
            <a:endParaRPr lang="es-ES" sz="1800" b="0" u="none" strike="noStrike">
              <a:solidFill>
                <a:srgbClr val="000000"/>
              </a:solidFill>
              <a:effectLst/>
              <a:uFillTx/>
              <a:latin typeface="Arial"/>
            </a:endParaRPr>
          </a:p>
        </p:txBody>
      </p:sp>
      <p:sp>
        <p:nvSpPr>
          <p:cNvPr id="328" name="PlaceHolder 1"/>
          <p:cNvSpPr>
            <a:spLocks noGrp="1"/>
          </p:cNvSpPr>
          <p:nvPr>
            <p:ph type="sldNum" idx="48"/>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DF598188-FFAF-4AAA-A875-0A3C8CFCA7F0}"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
        <p:nvSpPr>
          <p:cNvPr id="329" name="Proceso alternativo 18"/>
          <p:cNvSpPr/>
          <p:nvPr/>
        </p:nvSpPr>
        <p:spPr>
          <a:xfrm>
            <a:off x="447120" y="304560"/>
            <a:ext cx="2623680" cy="305280"/>
          </a:xfrm>
          <a:prstGeom prst="flowChartAlternateProcess">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200" b="1" u="none" strike="noStrike">
                <a:solidFill>
                  <a:schemeClr val="lt1"/>
                </a:solidFill>
                <a:effectLst/>
                <a:uFillTx/>
                <a:latin typeface="Arial"/>
                <a:ea typeface="Arial"/>
              </a:rPr>
              <a:t>6. PREGUNTAS FRECUENTES</a:t>
            </a:r>
            <a:endParaRPr lang="es-E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Elipse 3"/>
          <p:cNvSpPr/>
          <p:nvPr/>
        </p:nvSpPr>
        <p:spPr>
          <a:xfrm>
            <a:off x="4115520" y="772560"/>
            <a:ext cx="3959640" cy="4023360"/>
          </a:xfrm>
          <a:prstGeom prst="ellipse">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8000" b="1" u="none" strike="noStrike">
                <a:solidFill>
                  <a:schemeClr val="lt1"/>
                </a:solidFill>
                <a:effectLst/>
                <a:uFillTx/>
                <a:latin typeface="Arial"/>
                <a:ea typeface="Arial"/>
              </a:rPr>
              <a:t>7</a:t>
            </a:r>
            <a:endParaRPr lang="es-ES" sz="18000" b="0" u="none" strike="noStrike">
              <a:solidFill>
                <a:srgbClr val="ffffff"/>
              </a:solidFill>
              <a:effectLst/>
              <a:uFillTx/>
              <a:latin typeface="Arial"/>
            </a:endParaRPr>
          </a:p>
        </p:txBody>
      </p:sp>
      <p:sp>
        <p:nvSpPr>
          <p:cNvPr id="331" name="Rectangle 2"/>
          <p:cNvSpPr/>
          <p:nvPr/>
        </p:nvSpPr>
        <p:spPr>
          <a:xfrm>
            <a:off x="1523880" y="5373360"/>
            <a:ext cx="9142920" cy="522720"/>
          </a:xfrm>
          <a:prstGeom prst="rect">
            <a:avLst/>
          </a:prstGeom>
          <a:noFill/>
          <a:ln w="0">
            <a:noFill/>
          </a:ln>
        </p:spPr>
        <p:style>
          <a:lnRef idx="0"/>
          <a:fillRef idx="0"/>
          <a:effectRef idx="0"/>
          <a:fontRef idx="minor"/>
        </p:style>
        <p:txBody>
          <a:bodyPr lIns="45720" rIns="45720" tIns="45000" bIns="45000" anchor="t">
            <a:spAutoFit/>
          </a:bodyPr>
          <a:p>
            <a:pPr algn="ctr" defTabSz="457200">
              <a:lnSpc>
                <a:spcPct val="100000"/>
              </a:lnSpc>
            </a:pPr>
            <a:r>
              <a:rPr lang="es-ES_tradnl" sz="2800" b="1" u="none" strike="noStrike">
                <a:solidFill>
                  <a:srgbClr val="0098cd"/>
                </a:solidFill>
                <a:effectLst/>
                <a:uFillTx/>
                <a:latin typeface="Arial "/>
                <a:ea typeface="Arial"/>
              </a:rPr>
              <a:t>RECORDATORIO DE PLAZOS</a:t>
            </a:r>
            <a:endParaRPr lang="es-ES" sz="2800" b="0" u="none" strike="noStrike">
              <a:solidFill>
                <a:srgbClr val="000000"/>
              </a:solidFill>
              <a:effectLst/>
              <a:uFillTx/>
              <a:latin typeface="Arial"/>
            </a:endParaRPr>
          </a:p>
        </p:txBody>
      </p:sp>
      <p:pic>
        <p:nvPicPr>
          <p:cNvPr id="332" name="Picture 5" descr="logoblanco.png"/>
          <p:cNvPicPr/>
          <p:nvPr/>
        </p:nvPicPr>
        <p:blipFill>
          <a:blip r:embed="rId1"/>
          <a:stretch/>
        </p:blipFill>
        <p:spPr>
          <a:xfrm>
            <a:off x="5246640" y="3795120"/>
            <a:ext cx="1697760" cy="605160"/>
          </a:xfrm>
          <a:prstGeom prst="rect">
            <a:avLst/>
          </a:prstGeom>
          <a:noFill/>
          <a:ln w="0">
            <a:noFill/>
          </a:ln>
          <a:effectLst>
            <a:outerShdw algn="tl" blurRad="291960" dir="2700000" dist="138479" rotWithShape="0">
              <a:srgbClr val="333333">
                <a:alpha val="65000"/>
              </a:srgbClr>
            </a:outerShdw>
          </a:effectLst>
        </p:spPr>
      </p:pic>
      <p:sp>
        <p:nvSpPr>
          <p:cNvPr id="333" name="PlaceHolder 1"/>
          <p:cNvSpPr>
            <a:spLocks noGrp="1"/>
          </p:cNvSpPr>
          <p:nvPr>
            <p:ph type="sldNum" idx="49"/>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B1A70D69-A3FD-4B91-A929-CC35C9E699DE}"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PlaceHolder 1"/>
          <p:cNvSpPr>
            <a:spLocks noGrp="1"/>
          </p:cNvSpPr>
          <p:nvPr>
            <p:ph type="sldNum" idx="50"/>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6E263874-F7ED-4E33-BEAF-A51001CC3592}"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
        <p:nvSpPr>
          <p:cNvPr id="335" name="Rectángulo 9"/>
          <p:cNvSpPr/>
          <p:nvPr/>
        </p:nvSpPr>
        <p:spPr>
          <a:xfrm>
            <a:off x="0" y="5143680"/>
            <a:ext cx="12191040" cy="776520"/>
          </a:xfrm>
          <a:prstGeom prst="rect">
            <a:avLst/>
          </a:prstGeom>
          <a:solidFill>
            <a:schemeClr val="bg1">
              <a:lumMod val="50000"/>
            </a:schemeClr>
          </a:solidFill>
          <a:ln w="0">
            <a:noFill/>
          </a:ln>
        </p:spPr>
        <p:style>
          <a:lnRef idx="0"/>
          <a:fillRef idx="0"/>
          <a:effectRef idx="0"/>
          <a:fontRef idx="minor"/>
        </p:style>
        <p:txBody>
          <a:bodyPr lIns="90000" rIns="90000" tIns="45000" bIns="45000" anchor="t">
            <a:spAutoFit/>
          </a:bodyPr>
          <a:p>
            <a:pPr marL="914400" algn="ctr" defTabSz="457200">
              <a:lnSpc>
                <a:spcPct val="100000"/>
              </a:lnSpc>
              <a:spcBef>
                <a:spcPts val="601"/>
              </a:spcBef>
            </a:pPr>
            <a:r>
              <a:rPr lang="es-ES" sz="2000" b="1" u="none" strike="noStrike">
                <a:solidFill>
                  <a:schemeClr val="lt1">
                    <a:lumMod val="95000"/>
                  </a:schemeClr>
                </a:solidFill>
                <a:effectLst/>
                <a:uFillTx/>
                <a:latin typeface="Arial"/>
                <a:ea typeface="ＭＳ Ｐゴシック"/>
              </a:rPr>
              <a:t>Junio – Septiembre 2026  (aproximadamente): asignación de centro de prácticas</a:t>
            </a:r>
            <a:endParaRPr lang="es-ES" sz="2000" b="0" u="none" strike="noStrike">
              <a:solidFill>
                <a:srgbClr val="ffffff"/>
              </a:solidFill>
              <a:effectLst/>
              <a:uFillTx/>
              <a:latin typeface="Arial"/>
            </a:endParaRPr>
          </a:p>
          <a:p>
            <a:pPr marL="914400" algn="ctr" defTabSz="457200">
              <a:lnSpc>
                <a:spcPct val="100000"/>
              </a:lnSpc>
              <a:spcBef>
                <a:spcPts val="601"/>
              </a:spcBef>
            </a:pPr>
            <a:r>
              <a:rPr lang="es-ES" sz="2000" b="1" u="none" strike="noStrike">
                <a:solidFill>
                  <a:schemeClr val="lt1">
                    <a:lumMod val="95000"/>
                  </a:schemeClr>
                </a:solidFill>
                <a:effectLst/>
                <a:uFillTx/>
                <a:latin typeface="Arial"/>
                <a:ea typeface="ＭＳ Ｐゴシック"/>
              </a:rPr>
              <a:t>A partir de Septiembre 2026 : incorporación al centro de prácticas</a:t>
            </a:r>
            <a:endParaRPr lang="es-ES" sz="2000" b="0" u="none" strike="noStrike">
              <a:solidFill>
                <a:srgbClr val="ffffff"/>
              </a:solidFill>
              <a:effectLst/>
              <a:uFillTx/>
              <a:latin typeface="Arial"/>
            </a:endParaRPr>
          </a:p>
        </p:txBody>
      </p:sp>
      <p:sp>
        <p:nvSpPr>
          <p:cNvPr id="336" name="CuadroTexto 10"/>
          <p:cNvSpPr/>
          <p:nvPr/>
        </p:nvSpPr>
        <p:spPr>
          <a:xfrm>
            <a:off x="335520" y="1845000"/>
            <a:ext cx="11524320" cy="29840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s-ES" sz="1900" b="1" u="none" strike="noStrike">
                <a:solidFill>
                  <a:srgbClr val="535353"/>
                </a:solidFill>
                <a:effectLst/>
                <a:uFillTx/>
                <a:latin typeface="Arial"/>
                <a:ea typeface="Arial"/>
              </a:rPr>
              <a:t>SOLICITUD DE RECONOCIMIENTO POR EXPERIENCIA PROFESIONAL: </a:t>
            </a:r>
            <a:r>
              <a:rPr lang="es-ES" sz="1900" b="1" u="none" strike="noStrike">
                <a:solidFill>
                  <a:srgbClr val="ff0000"/>
                </a:solidFill>
                <a:effectLst/>
                <a:uFillTx/>
                <a:latin typeface="Arial"/>
                <a:ea typeface="Arial"/>
              </a:rPr>
              <a:t> 19 de abril de 2026</a:t>
            </a:r>
            <a:endParaRPr lang="es-ES" sz="1900" b="0" u="none" strike="noStrike">
              <a:solidFill>
                <a:srgbClr val="000000"/>
              </a:solidFill>
              <a:effectLst/>
              <a:uFillTx/>
              <a:latin typeface="Arial"/>
            </a:endParaRPr>
          </a:p>
          <a:p>
            <a:pPr defTabSz="457200">
              <a:lnSpc>
                <a:spcPct val="100000"/>
              </a:lnSpc>
            </a:pPr>
            <a:endParaRPr lang="es-ES" sz="1900" b="0" u="none" strike="noStrike">
              <a:solidFill>
                <a:srgbClr val="000000"/>
              </a:solidFill>
              <a:effectLst/>
              <a:uFillTx/>
              <a:latin typeface="Arial"/>
            </a:endParaRPr>
          </a:p>
          <a:p>
            <a:pPr marL="457200" defTabSz="457200">
              <a:lnSpc>
                <a:spcPct val="100000"/>
              </a:lnSpc>
            </a:pPr>
            <a:r>
              <a:rPr lang="es-ES" sz="1900" b="1" u="none" strike="noStrike">
                <a:solidFill>
                  <a:srgbClr val="ff0000"/>
                </a:solidFill>
                <a:effectLst/>
                <a:uFillTx/>
                <a:latin typeface="Arial"/>
                <a:ea typeface="Arial"/>
              </a:rPr>
              <a:t>IMPORTANTE</a:t>
            </a:r>
            <a:r>
              <a:rPr lang="es-ES" sz="1900" b="1" u="none" strike="noStrike">
                <a:solidFill>
                  <a:schemeClr val="dk1">
                    <a:lumMod val="75000"/>
                    <a:lumOff val="25000"/>
                  </a:schemeClr>
                </a:solidFill>
                <a:effectLst/>
                <a:uFillTx/>
                <a:latin typeface="Arial"/>
                <a:ea typeface="Arial"/>
              </a:rPr>
              <a:t> Si no dispones todavía de la documentación, puedes enviar los documentos en blanco y posteriormente se te solicitará que realices las subsanaciones oportunas.</a:t>
            </a:r>
            <a:endParaRPr lang="es-ES" sz="1900" b="0" u="none" strike="noStrike">
              <a:solidFill>
                <a:srgbClr val="000000"/>
              </a:solidFill>
              <a:effectLst/>
              <a:uFillTx/>
              <a:latin typeface="Arial"/>
            </a:endParaRPr>
          </a:p>
          <a:p>
            <a:pPr marL="457200" defTabSz="457200">
              <a:lnSpc>
                <a:spcPct val="100000"/>
              </a:lnSpc>
            </a:pPr>
            <a:endParaRPr lang="es-ES" sz="1900" b="0" u="none" strike="noStrike">
              <a:solidFill>
                <a:srgbClr val="000000"/>
              </a:solidFill>
              <a:effectLst/>
              <a:uFillTx/>
              <a:latin typeface="Arial"/>
            </a:endParaRPr>
          </a:p>
          <a:p>
            <a:pPr marL="457200" defTabSz="457200">
              <a:lnSpc>
                <a:spcPct val="100000"/>
              </a:lnSpc>
            </a:pPr>
            <a:r>
              <a:rPr lang="es-ES" sz="1900" b="1" u="none" strike="noStrike">
                <a:solidFill>
                  <a:srgbClr val="535353"/>
                </a:solidFill>
                <a:effectLst/>
                <a:uFillTx/>
                <a:latin typeface="Arial"/>
                <a:ea typeface="Arial"/>
              </a:rPr>
              <a:t>SOLICITUD DE CENTRO DE PRÁCTICAS GENERAL: </a:t>
            </a:r>
            <a:r>
              <a:rPr lang="es-ES" sz="1900" b="1" u="none" strike="noStrike">
                <a:solidFill>
                  <a:srgbClr val="ff0000"/>
                </a:solidFill>
                <a:effectLst/>
                <a:uFillTx/>
                <a:latin typeface="Arial"/>
                <a:ea typeface="Arial"/>
              </a:rPr>
              <a:t>26 de abril de 2026</a:t>
            </a:r>
            <a:endParaRPr lang="es-ES" sz="1900" b="0" u="none" strike="noStrike">
              <a:solidFill>
                <a:srgbClr val="000000"/>
              </a:solidFill>
              <a:effectLst/>
              <a:uFillTx/>
              <a:latin typeface="Arial"/>
            </a:endParaRPr>
          </a:p>
          <a:p>
            <a:pPr marL="457200" defTabSz="457200">
              <a:lnSpc>
                <a:spcPct val="100000"/>
              </a:lnSpc>
            </a:pPr>
            <a:endParaRPr lang="es-ES" sz="1900" b="0" u="none" strike="noStrike">
              <a:solidFill>
                <a:srgbClr val="000000"/>
              </a:solidFill>
              <a:effectLst/>
              <a:uFillTx/>
              <a:latin typeface="Arial"/>
            </a:endParaRPr>
          </a:p>
          <a:p>
            <a:pPr marL="457200" defTabSz="457200">
              <a:lnSpc>
                <a:spcPct val="100000"/>
              </a:lnSpc>
            </a:pPr>
            <a:r>
              <a:rPr lang="es-ES" sz="1900" b="1" u="none" strike="noStrike">
                <a:solidFill>
                  <a:srgbClr val="535353"/>
                </a:solidFill>
                <a:effectLst/>
                <a:uFillTx/>
                <a:latin typeface="Arial"/>
                <a:ea typeface="Arial"/>
              </a:rPr>
              <a:t>RESOLUCIÓN OFICIAL RECONOCIMIENTO DE PRÁCTICAS:</a:t>
            </a:r>
            <a:r>
              <a:rPr lang="es-ES" sz="1900" b="1" u="none" strike="noStrike">
                <a:solidFill>
                  <a:srgbClr val="ff0000"/>
                </a:solidFill>
                <a:effectLst/>
                <a:uFillTx/>
                <a:latin typeface="Arial"/>
                <a:ea typeface="Arial"/>
              </a:rPr>
              <a:t> 24 de mayo de 2026</a:t>
            </a:r>
            <a:endParaRPr lang="es-ES" sz="1900" b="0" u="none" strike="noStrike">
              <a:solidFill>
                <a:srgbClr val="000000"/>
              </a:solidFill>
              <a:effectLst/>
              <a:uFillTx/>
              <a:latin typeface="Arial"/>
            </a:endParaRPr>
          </a:p>
          <a:p>
            <a:pPr marL="457200" defTabSz="457200">
              <a:lnSpc>
                <a:spcPct val="100000"/>
              </a:lnSpc>
            </a:pPr>
            <a:endParaRPr lang="es-ES" sz="1900" b="0" u="none" strike="noStrike">
              <a:solidFill>
                <a:srgbClr val="000000"/>
              </a:solidFill>
              <a:effectLst/>
              <a:uFillTx/>
              <a:latin typeface="Arial"/>
            </a:endParaRPr>
          </a:p>
          <a:p>
            <a:pPr marL="457200" defTabSz="457200">
              <a:lnSpc>
                <a:spcPct val="100000"/>
              </a:lnSpc>
            </a:pPr>
            <a:r>
              <a:rPr lang="es-ES" sz="1900" b="1" u="none" strike="noStrike">
                <a:solidFill>
                  <a:srgbClr val="535353"/>
                </a:solidFill>
                <a:effectLst/>
                <a:uFillTx/>
                <a:latin typeface="Arial"/>
                <a:ea typeface="Arial"/>
              </a:rPr>
              <a:t>SOLICITUD DE CENTRO DE PRÁCTICAS POR RTC RECHAZADO: </a:t>
            </a:r>
            <a:r>
              <a:rPr lang="es-ES" sz="1900" b="1" u="none" strike="noStrike">
                <a:solidFill>
                  <a:srgbClr val="ff0000"/>
                </a:solidFill>
                <a:effectLst/>
                <a:uFillTx/>
                <a:latin typeface="Arial"/>
                <a:ea typeface="Arial"/>
              </a:rPr>
              <a:t>31 de mayo de 2026</a:t>
            </a:r>
            <a:endParaRPr lang="es-ES" sz="1900" b="0" u="none" strike="noStrike">
              <a:solidFill>
                <a:srgbClr val="000000"/>
              </a:solidFill>
              <a:effectLst/>
              <a:uFillTx/>
              <a:latin typeface="Arial"/>
            </a:endParaRPr>
          </a:p>
        </p:txBody>
      </p:sp>
      <p:sp>
        <p:nvSpPr>
          <p:cNvPr id="337" name="Rectángulo 11"/>
          <p:cNvSpPr/>
          <p:nvPr/>
        </p:nvSpPr>
        <p:spPr>
          <a:xfrm>
            <a:off x="335520" y="1105920"/>
            <a:ext cx="3586320" cy="3682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lang="es-ES" sz="1800" b="1" u="none" strike="noStrike">
                <a:solidFill>
                  <a:srgbClr val="0098cd"/>
                </a:solidFill>
                <a:effectLst/>
                <a:uFillTx/>
                <a:latin typeface="Arial"/>
                <a:ea typeface="Arial"/>
              </a:rPr>
              <a:t>FECHAS LÍMITE DE ENTREGA </a:t>
            </a:r>
            <a:endParaRPr lang="es-ES" sz="1800" b="0" u="none" strike="noStrike">
              <a:solidFill>
                <a:srgbClr val="000000"/>
              </a:solidFill>
              <a:effectLst/>
              <a:uFillTx/>
              <a:latin typeface="Arial"/>
            </a:endParaRPr>
          </a:p>
        </p:txBody>
      </p:sp>
      <p:sp>
        <p:nvSpPr>
          <p:cNvPr id="338" name="Proceso alternativo 18"/>
          <p:cNvSpPr/>
          <p:nvPr/>
        </p:nvSpPr>
        <p:spPr>
          <a:xfrm>
            <a:off x="447120" y="304560"/>
            <a:ext cx="2623680" cy="305280"/>
          </a:xfrm>
          <a:prstGeom prst="flowChartAlternateProcess">
            <a:avLst/>
          </a:prstGeom>
          <a:solidFill>
            <a:srgbClr val="0098cd"/>
          </a:solidFill>
          <a:ln w="25400">
            <a:noFill/>
          </a:ln>
          <a:effectLst>
            <a:outerShdw algn="ctr" blurRad="63360" rotWithShape="0" sx="102000" sy="102000">
              <a:srgbClr val="000000">
                <a:alpha val="40000"/>
              </a:srgbClr>
            </a:outerShdw>
          </a:effectLst>
        </p:spPr>
        <p:style>
          <a:lnRef idx="0"/>
          <a:fillRef idx="0"/>
          <a:effectRef idx="0"/>
          <a:fontRef idx="minor"/>
        </p:style>
        <p:txBody>
          <a:bodyPr lIns="45720" rIns="45720" tIns="45000" bIns="45000" anchor="ctr">
            <a:spAutoFit/>
          </a:bodyPr>
          <a:p>
            <a:pPr algn="ctr" defTabSz="457200">
              <a:lnSpc>
                <a:spcPct val="100000"/>
              </a:lnSpc>
            </a:pPr>
            <a:r>
              <a:rPr lang="es-ES" sz="1200" b="1" u="none" strike="noStrike">
                <a:solidFill>
                  <a:schemeClr val="lt1"/>
                </a:solidFill>
                <a:effectLst/>
                <a:uFillTx/>
                <a:latin typeface="Arial"/>
                <a:ea typeface="Arial"/>
              </a:rPr>
              <a:t>6. RECORDATORIO DE PLAZOS</a:t>
            </a:r>
            <a:endParaRPr lang="es-E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pic>
        <p:nvPicPr>
          <p:cNvPr id="339" name="Picture 1" descr="logo_final.png"/>
          <p:cNvPicPr/>
          <p:nvPr/>
        </p:nvPicPr>
        <p:blipFill>
          <a:blip r:embed="rId1"/>
          <a:stretch/>
        </p:blipFill>
        <p:spPr>
          <a:xfrm>
            <a:off x="3605040" y="2449440"/>
            <a:ext cx="5075640" cy="1661040"/>
          </a:xfrm>
          <a:prstGeom prst="rect">
            <a:avLst/>
          </a:prstGeom>
          <a:noFill/>
          <a:ln w="0">
            <a:noFill/>
          </a:ln>
        </p:spPr>
      </p:pic>
      <p:sp>
        <p:nvSpPr>
          <p:cNvPr id="340" name="Rectangle 2"/>
          <p:cNvSpPr/>
          <p:nvPr/>
        </p:nvSpPr>
        <p:spPr>
          <a:xfrm>
            <a:off x="5446800" y="5881680"/>
            <a:ext cx="1703880" cy="429120"/>
          </a:xfrm>
          <a:prstGeom prst="rect">
            <a:avLst/>
          </a:prstGeom>
          <a:noFill/>
          <a:ln w="0">
            <a:noFill/>
          </a:ln>
        </p:spPr>
        <p:style>
          <a:lnRef idx="0"/>
          <a:fillRef idx="0"/>
          <a:effectRef idx="0"/>
          <a:fontRef idx="minor"/>
        </p:style>
        <p:txBody>
          <a:bodyPr wrap="none" lIns="45720" rIns="45720" tIns="45000" bIns="45000" anchor="t">
            <a:spAutoFit/>
          </a:bodyPr>
          <a:p>
            <a:pPr defTabSz="457200">
              <a:lnSpc>
                <a:spcPct val="100000"/>
              </a:lnSpc>
            </a:pPr>
            <a:r>
              <a:rPr lang="es-ES_tradnl" sz="2200" b="0" u="none" strike="noStrike">
                <a:solidFill>
                  <a:srgbClr val="989898"/>
                </a:solidFill>
                <a:effectLst/>
                <a:uFillTx/>
                <a:latin typeface="Arial"/>
                <a:ea typeface="Arial"/>
              </a:rPr>
              <a:t>www.unir.net</a:t>
            </a:r>
            <a:endParaRPr lang="es-ES" sz="2200" b="0" u="none" strike="noStrike">
              <a:solidFill>
                <a:srgbClr val="000000"/>
              </a:solidFill>
              <a:effectLst/>
              <a:uFillTx/>
              <a:latin typeface="Arial"/>
            </a:endParaRPr>
          </a:p>
        </p:txBody>
      </p:sp>
      <p:sp>
        <p:nvSpPr>
          <p:cNvPr id="341" name="PlaceHolder 1"/>
          <p:cNvSpPr>
            <a:spLocks noGrp="1"/>
          </p:cNvSpPr>
          <p:nvPr>
            <p:ph type="sldNum" idx="51"/>
          </p:nvPr>
        </p:nvSpPr>
        <p:spPr>
          <a:xfrm>
            <a:off x="11496600" y="6453360"/>
            <a:ext cx="362880" cy="297360"/>
          </a:xfrm>
          <a:prstGeom prst="rect">
            <a:avLst/>
          </a:prstGeom>
          <a:noFill/>
          <a:ln w="12600">
            <a:noFill/>
          </a:ln>
        </p:spPr>
        <p:txBody>
          <a:bodyPr numCol="1" spcCol="0" lIns="0" rIns="0" tIns="0" bIns="0" anchor="ctr">
            <a:noAutofit/>
          </a:bodyPr>
          <a:lstStyle>
            <a:lvl1pPr indent="0" algn="r" defTabSz="457200">
              <a:lnSpc>
                <a:spcPct val="100000"/>
              </a:lnSpc>
              <a:buNone/>
              <a:tabLst>
                <a:tab algn="l" pos="0"/>
              </a:tabLst>
              <a:defRPr lang="es-ES_tradnl" sz="1200" b="0" u="none" strike="noStrike">
                <a:solidFill>
                  <a:srgbClr val="ffffff"/>
                </a:solidFill>
                <a:effectLst/>
                <a:uFillTx/>
                <a:latin typeface="Arial"/>
                <a:ea typeface="Arial"/>
              </a:defRPr>
            </a:lvl1pPr>
          </a:lstStyle>
          <a:p>
            <a:pPr indent="0" algn="r" defTabSz="457200">
              <a:lnSpc>
                <a:spcPct val="100000"/>
              </a:lnSpc>
              <a:buNone/>
              <a:tabLst>
                <a:tab algn="l" pos="0"/>
              </a:tabLst>
            </a:pPr>
            <a:fld id="{B53973EE-CCC3-4295-B2BC-C692D3D933D1}" type="slidenum">
              <a:rPr lang="es-ES_tradnl" sz="1200" b="0" u="none" strike="noStrike">
                <a:solidFill>
                  <a:srgbClr val="ffffff"/>
                </a:solidFill>
                <a:effectLst/>
                <a:uFillTx/>
                <a:latin typeface="Arial"/>
                <a:ea typeface="Arial"/>
              </a:rPr>
              <a:t>&lt;número&gt;</a:t>
            </a:fld>
            <a:endParaRPr lang="es-E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Default - 1_Quote slide">
  <a:themeElements>
    <a:clrScheme name="">
      <a:dk1>
        <a:srgbClr val="535353"/>
      </a:dk1>
      <a:lt1>
        <a:srgbClr val="ffffff"/>
      </a:lt1>
      <a:dk2>
        <a:srgbClr val="a7a7a7"/>
      </a:dk2>
      <a:lt2>
        <a:srgbClr val="535353"/>
      </a:lt2>
      <a:accent1>
        <a:srgbClr val="0f7ec5"/>
      </a:accent1>
      <a:accent2>
        <a:srgbClr val="11a1ff"/>
      </a:accent2>
      <a:accent3>
        <a:srgbClr val="ffffff"/>
      </a:accent3>
      <a:accent4>
        <a:srgbClr val="464646"/>
      </a:accent4>
      <a:accent5>
        <a:srgbClr val="aac0df"/>
      </a:accent5>
      <a:accent6>
        <a:srgbClr val="0e91e7"/>
      </a:accent6>
      <a:hlink>
        <a:srgbClr val="0000ff"/>
      </a:hlink>
      <a:folHlink>
        <a:srgbClr val="ff00ff"/>
      </a:folHlink>
    </a:clrScheme>
    <a:fontScheme name="Default - 1_Quote slide">
      <a:majorFont>
        <a:latin typeface="Arial Narrow" pitchFamily="0" charset="1"/>
        <a:ea typeface="Arial Narrow" pitchFamily="0" charset="1"/>
        <a:cs typeface="Arial Narrow" pitchFamily="0" charset="1"/>
      </a:majorFont>
      <a:minorFont>
        <a:latin typeface="Arial" pitchFamily="0" charset="1"/>
        <a:ea typeface="Arial" pitchFamily="0" charset="1"/>
        <a:cs typeface="Arial"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2BBA74E7999514ABC9A7FE806B09C92" ma:contentTypeVersion="7" ma:contentTypeDescription="Create a new document." ma:contentTypeScope="" ma:versionID="4eb6c2ee42bcb539d742e69e9d1ad412">
  <xsd:schema xmlns:xsd="http://www.w3.org/2001/XMLSchema" xmlns:xs="http://www.w3.org/2001/XMLSchema" xmlns:p="http://schemas.microsoft.com/office/2006/metadata/properties" xmlns:ns3="1162fc16-4364-4e36-82ae-0719552a1b82" targetNamespace="http://schemas.microsoft.com/office/2006/metadata/properties" ma:root="true" ma:fieldsID="59868d001b751b9b64dfab7e5a35e1d4" ns3:_="">
    <xsd:import namespace="1162fc16-4364-4e36-82ae-0719552a1b8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62fc16-4364-4e36-82ae-0719552a1b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E3BE9AE-428C-4662-A5D1-ECA6FD45AA99}">
  <ds:schemaRefs>
    <ds:schemaRef ds:uri="http://purl.org/dc/elements/1.1/"/>
    <ds:schemaRef ds:uri="http://purl.org/dc/terms/"/>
    <ds:schemaRef ds:uri="http://purl.org/dc/dcmitype/"/>
    <ds:schemaRef ds:uri="http://schemas.microsoft.com/office/2006/documentManagement/types"/>
    <ds:schemaRef ds:uri="1162fc16-4364-4e36-82ae-0719552a1b82"/>
    <ds:schemaRef ds:uri="http://schemas.microsoft.com/office/infopath/2007/PartnerControls"/>
    <ds:schemaRef ds:uri="http://schemas.openxmlformats.org/package/2006/metadata/core-propertie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08B99CEB-C411-4F38-9BCB-62A963945AE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162fc16-4364-4e36-82ae-0719552a1b8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EF6F900-192B-4F13-802D-CEC415559F7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3204</TotalTime>
  <Application>LibreOffice/25.8.5.2$Windows_X86_64 LibreOffice_project/9c8b85f387cc00a89945a79c9e6239f32e450ac2</Application>
  <AppVersion>15.0000</AppVersion>
  <Words>2251</Words>
  <Paragraphs>303</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carlos.gonzalez.menorca@unir.net</dc:creator>
  <dc:description/>
  <dc:language>es-ES</dc:language>
  <cp:lastModifiedBy/>
  <dcterms:modified xsi:type="dcterms:W3CDTF">2026-03-21T13:09:50Z</dcterms:modified>
  <cp:revision>179</cp:revision>
  <dc:subject/>
  <dc:title>Título de la asignatura</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0x01010052BBA74E7999514ABC9A7FE806B09C92</vt:lpwstr>
  </property>
  <property fmtid="{D5CDD505-2E9C-101B-9397-08002B2CF9AE}" pid="3" name="Notes">
    <vt:i4>6</vt:i4>
  </property>
  <property fmtid="{D5CDD505-2E9C-101B-9397-08002B2CF9AE}" pid="4" name="PresentationFormat">
    <vt:lpwstr>Panorámica</vt:lpwstr>
  </property>
  <property fmtid="{D5CDD505-2E9C-101B-9397-08002B2CF9AE}" pid="5" name="Slides">
    <vt:i4>47</vt:i4>
  </property>
</Properties>
</file>